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5029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DBF0E">
              <a:alpha val="92000"/>
            </a:srgbClr>
          </a:solidFill>
          <a:ln w="12700">
            <a:solidFill>
              <a:srgbClr val="FDBF0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980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F0E"/>
                </a:solidFill>
              </a:rPr>
              <a:t>CPMK52 · REST API · HTTP Method · JSON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Pertemuan 7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2029968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REST API, HTTP Method,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Kontrak Endpoint, dan Format JSON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5440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A"/>
                </a:solidFill>
              </a:rPr>
              <a:t>Pengembangan Aplikasi Web (TI-501) | Program Studi Teknologi Informasi UMY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49640" y="2560320"/>
            <a:ext cx="2834640" cy="1600200"/>
          </a:xfrm>
          <a:prstGeom prst="roundRect">
            <a:avLst>
              <a:gd name="adj" fmla="val 3429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14232" y="2706624"/>
            <a:ext cx="250545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/api/produk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/api/produk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/api/produk/:id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/api/produk/:id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Posisi Pertemuan 7 dalam RPS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Fokus RPS: konsep REST API, HTTP method, kontrak endpoint, dan format JSON.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42062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81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Target Kompetensi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947672"/>
            <a:ext cx="320040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Menjelaskan peran REST API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Membedakan resource dan endpoint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Menggunakan GET, POST, PUT, DELETE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Menulis kontrak endpoint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42062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81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Produk Praktikum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1947672"/>
            <a:ext cx="320040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REST API produk UMKM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Response JSON konsisten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Validasi request body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Frontend sederhana dengan Fetch API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91840" cy="42062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420624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Batasan Materi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1947672"/>
            <a:ext cx="297180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Data masih in-memory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Belum memakai MySQL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Belum autentikasi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Belum integrasi AI API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Dari Express Server ke REST API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Route tidak hanya mengirim halaman, tetapi juga mengirim data terstruktur untuk frontend.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417320"/>
            <a:ext cx="1083564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Inti integrasi: frontend dan backend sepakat pada alamat endpoint, method, body, response, dan status code.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Resource dan Endpoint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REST API berfokus pada resource; endpoint adalah alamat untuk mengakses resource tersebut.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55064"/>
            <a:ext cx="351129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Resource: produk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koleksi: /api/produk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detail: /api/produk/:id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 detail: /api/produk/1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1508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Prinsip Penamaan Endpoint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4920" y="1920240"/>
            <a:ext cx="292608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Gunakan kata benda, bukan kata kerja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Pakai bentuk jamak atau konsisten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Path mudah dibaca oleh frontend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Hindari path panjang yang tidak perlu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74920" y="1847088"/>
            <a:ext cx="2926080" cy="0"/>
          </a:xfrm>
          <a:prstGeom prst="line">
            <a:avLst/>
          </a:prstGeom>
          <a:noFill/>
          <a:ln w="25400">
            <a:solidFill>
              <a:srgbClr val="FDBF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8200" y="1508760"/>
            <a:ext cx="2743200" cy="2194560"/>
          </a:xfrm>
          <a:prstGeom prst="roundRect">
            <a:avLst>
              <a:gd name="adj" fmla="val 2917"/>
            </a:avLst>
          </a:prstGeom>
          <a:solidFill>
            <a:srgbClr val="FDF4E6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1508760"/>
            <a:ext cx="73152" cy="219456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16733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Kurang Tepat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41080" y="2039112"/>
            <a:ext cx="24231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/ambilProduk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/tambahProduk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/editProduk/1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1874520" y="4160520"/>
            <a:ext cx="3931920" cy="1234440"/>
          </a:xfrm>
          <a:prstGeom prst="roundRect">
            <a:avLst>
              <a:gd name="adj" fmla="val 5185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4160520"/>
            <a:ext cx="73152" cy="12344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43251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Lebih RESTful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57400" y="4690872"/>
            <a:ext cx="3611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GET /api/produk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POST /api/produk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PUT /api/produk/1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4160520"/>
            <a:ext cx="39319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4160520"/>
            <a:ext cx="73152" cy="12344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3251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Makna Praktis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4690872"/>
            <a:ext cx="3611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Frontend tidak perlu tahu logika server; cukup mengikuti kontrak endpoint.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HTTP Method dan CRUD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Method menunjukkan aksi yang diminta klien terhadap resource.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234440"/>
            <a:ext cx="1069848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Kontrak Endpoint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Kontrak membantu frontend dan backend bekerja paralel tanpa saling menunggu.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051560" cy="502920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7218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Method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83080" y="1325880"/>
            <a:ext cx="2331720" cy="502920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4721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Endpoint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0" y="1325880"/>
            <a:ext cx="1783080" cy="502920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4721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Body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97880" y="1325880"/>
            <a:ext cx="1417320" cy="502920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4721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Status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1828800"/>
            <a:ext cx="10515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97510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GET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83080" y="1828800"/>
            <a:ext cx="23317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97510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/api/produk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0" y="1828800"/>
            <a:ext cx="17830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19751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-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97880" y="1828800"/>
            <a:ext cx="14173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9751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200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2331720"/>
            <a:ext cx="10515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4780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GET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83080" y="2331720"/>
            <a:ext cx="23317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247802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/api/produk/:id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0" y="2331720"/>
            <a:ext cx="17830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247802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-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97880" y="2331720"/>
            <a:ext cx="14173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4780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200 / 404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2834640"/>
            <a:ext cx="10515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298094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POST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783080" y="2834640"/>
            <a:ext cx="23317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298094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/api/produk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0" y="2834640"/>
            <a:ext cx="17830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29809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JSON produk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97880" y="2834640"/>
            <a:ext cx="14173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9809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201 / 400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1520" y="3337560"/>
            <a:ext cx="10515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348386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PUT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783080" y="3337560"/>
            <a:ext cx="23317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0" y="348386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/api/produk/:id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0" y="3337560"/>
            <a:ext cx="17830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0520" y="34838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JSON produk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97880" y="3337560"/>
            <a:ext cx="14173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34838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200 / 400 / 404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31520" y="3840480"/>
            <a:ext cx="10515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398678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DELETE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783080" y="3840480"/>
            <a:ext cx="23317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0" y="3986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/api/produk/:id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0" y="3840480"/>
            <a:ext cx="17830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60520" y="39867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-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97880" y="3840480"/>
            <a:ext cx="14173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631"/>
                </a:solidFill>
              </a:rPr>
              <a:t>200 / 404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818120" y="1417320"/>
            <a:ext cx="36118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Kontrak minimal harus memuat method, path, request body, response sukses, dan response error.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7818120" y="260604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18120" y="2606040"/>
            <a:ext cx="73152" cy="22860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01000" y="2770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Dampak Positif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001000" y="3136392"/>
            <a:ext cx="32918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API mudah diuji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Frontend tidak menebak format data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Error lebih mudah ditangani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Dokumentasi sejak awal</a:t>
            </a:r>
            <a:endParaRPr lang="en-US" sz="1080" dirty="0"/>
          </a:p>
        </p:txBody>
      </p:sp>
      <p:sp>
        <p:nvSpPr>
          <p:cNvPr id="58" name="Shape 5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Format JSON Response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Gunakan pola response yang konsisten agar frontend mudah membaca hasil API.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234440"/>
            <a:ext cx="566928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2280" y="1280160"/>
            <a:ext cx="4434840" cy="2834640"/>
          </a:xfrm>
          <a:prstGeom prst="roundRect">
            <a:avLst>
              <a:gd name="adj" fmla="val 1935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76872" y="1426464"/>
            <a:ext cx="410565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"sukses": false,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"pesan": "Request body belum valid.",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"errors":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"Nama produk wajib diisi.",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"Harga harus lebih dari 0."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60120" y="4572000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4572000"/>
            <a:ext cx="73152" cy="96012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47365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Response Sukses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3000" y="5102352"/>
            <a:ext cx="2788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sukses: true, pesan, data, meta opsional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526280" y="4572000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4572000"/>
            <a:ext cx="73152" cy="96012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47365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Response Error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709160" y="5102352"/>
            <a:ext cx="2788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sukses: false, pesan, errors opsional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092440" y="4572000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92440" y="4572000"/>
            <a:ext cx="73152" cy="96012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75320" y="47365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Untuk Frontend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75320" y="5102352"/>
            <a:ext cx="2788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Cek response.ok, lalu tampilkan pesan/data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Status Code yang Sering Dipakai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Status code memberi sinyal ringkas: request berhasil, salah, tidak ditemukan, atau server bermasalah.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32588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447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94560" y="13807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OK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1399032"/>
            <a:ext cx="5394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1"/>
                </a:solidFill>
              </a:rPr>
              <a:t>Data berhasil diambil/diubah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210312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219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94560" y="2157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Created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176272"/>
            <a:ext cx="5394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1"/>
                </a:solidFill>
              </a:rPr>
              <a:t>Data baru berhasil dibuat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5840" y="28803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992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34F"/>
                </a:solidFill>
              </a:rPr>
              <a:t>400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9456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Bad Request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2953512"/>
            <a:ext cx="5394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1"/>
                </a:solidFill>
              </a:rPr>
              <a:t>Body JSON tidak valid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05840" y="365760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764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34F"/>
                </a:solidFill>
              </a:rPr>
              <a:t>404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194560" y="37124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Not Found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26280" y="3730752"/>
            <a:ext cx="5394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1"/>
                </a:solidFill>
              </a:rPr>
              <a:t>Resource tidak ditemukan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05840" y="443484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55371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34F"/>
                </a:solidFill>
              </a:rPr>
              <a:t>500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194560" y="44897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Server Error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6280" y="4507992"/>
            <a:ext cx="5394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1"/>
                </a:solidFill>
              </a:rPr>
              <a:t>Kesalahan internal server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5394960"/>
            <a:ext cx="2926080" cy="502920"/>
          </a:xfrm>
          <a:prstGeom prst="roundRect">
            <a:avLst>
              <a:gd name="adj" fmla="val 12727"/>
            </a:avLst>
          </a:prstGeom>
          <a:solidFill>
            <a:srgbClr val="F3F7FB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5394960"/>
            <a:ext cx="73152" cy="50292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55595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Catatan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21040" y="5925312"/>
            <a:ext cx="2606040" cy="-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Jangan kirim HTML error untuk API JSON.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Struktur Project REST API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Pisahkan route, controller, validator, dan response helper agar kode mudah dirawat.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4434840" cy="3566160"/>
          </a:xfrm>
          <a:prstGeom prst="roundRect">
            <a:avLst>
              <a:gd name="adj" fmla="val 1538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17904"/>
            <a:ext cx="410565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data/produk.js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routes/produkRoutes.js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controllers/produkController.js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validators/produkValidator.js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utils/apiResponse.js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public/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15000" y="14173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Fungsi Setiap Folder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0" y="1828800"/>
            <a:ext cx="521208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routes: daftar endpoint dan HTTP method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controllers: logika request dan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validators: aturan input dari 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utils: fungsi bantu response 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public: frontend sederhana untuk demo Fetch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0" y="1755648"/>
            <a:ext cx="301752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Routing Express untuk Produk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Router membuat endpoint produk lebih rapi dan terpisah dari server utama.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6126480" cy="4343400"/>
          </a:xfrm>
          <a:prstGeom prst="roundRect">
            <a:avLst>
              <a:gd name="adj" fmla="val 1263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72184"/>
            <a:ext cx="5797296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 = require('express');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produkController = require('../controllers/produkController');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router = express.Router();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router.get('/', produkController.listProduk);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router.get('/:id', produkController.detailProduk);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router.post('/', produkController.createProduk);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router.put('/:id', produkController.updateProduk);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router.delete('/:id', produkController.deleteProduk);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router;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60920" y="1417320"/>
            <a:ext cx="3749040" cy="1097280"/>
          </a:xfrm>
          <a:prstGeom prst="roundRect">
            <a:avLst>
              <a:gd name="adj" fmla="val 5833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1417320"/>
            <a:ext cx="73152" cy="10972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5819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Di server.js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43800" y="1947672"/>
            <a:ext cx="3429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app.use('/api/produk', produkRoutes);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360920" y="2788920"/>
            <a:ext cx="37490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2788920"/>
            <a:ext cx="73152" cy="19202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29535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Makna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43800" y="3319272"/>
            <a:ext cx="3429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Semua route dalam file produkRoutes.js otomatis berada di bawah prefix /api/produk.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GET Collection dan Detail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GET dipakai untuk membaca data tanpa mengubah resource.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5989320" cy="4434840"/>
          </a:xfrm>
          <a:prstGeom prst="roundRect">
            <a:avLst>
              <a:gd name="adj" fmla="val 1237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72184"/>
            <a:ext cx="5660136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listProduk(req, res) {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success(res, 200,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'Daftar produk berhasil diambil.', produkUMKM,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total: produkUMKM.length }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detailProduk(req, res) {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id = Number(req.params.id);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produk = produkUMKM.find(item =&gt; item.id === id);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(!produk) return error(res, 404, 'Produk tidak ditemukan.');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success(res, 200, 'Detail produk berhasil diambil.', produk);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7178040" y="1417320"/>
            <a:ext cx="4069080" cy="914400"/>
          </a:xfrm>
          <a:prstGeom prst="roundRect">
            <a:avLst>
              <a:gd name="adj" fmla="val 7000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1417320"/>
            <a:ext cx="73152" cy="9144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581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GET /api/produk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60920" y="1947672"/>
            <a:ext cx="3749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Mengambil semua produk dan meta total.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178040" y="2651760"/>
            <a:ext cx="40690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2651760"/>
            <a:ext cx="73152" cy="9144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2816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GET /api/produk/:id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60920" y="3182112"/>
            <a:ext cx="3749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Mengambil satu produk berdasarkan id.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178040" y="3886200"/>
            <a:ext cx="4069080" cy="914400"/>
          </a:xfrm>
          <a:prstGeom prst="roundRect">
            <a:avLst>
              <a:gd name="adj" fmla="val 7000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3886200"/>
            <a:ext cx="73152" cy="9144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4050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404 Not Found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60920" y="4416552"/>
            <a:ext cx="3749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Dikirim jika id tidak tersedia.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POST dan Validasi Request Body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POST membuat resource baru. Request body harus divalidasi sebelum disimpan.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4389120" cy="3657600"/>
          </a:xfrm>
          <a:prstGeom prst="roundRect">
            <a:avLst>
              <a:gd name="adj" fmla="val 1500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72184"/>
            <a:ext cx="4059936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/api/produk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"nama": "Brownies Mini",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"kategori": "Makanan",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"harga": 25000,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"stok": 15,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"deskripsi": "Brownies ukuran kecil."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2356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Validasi Minimal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23560" y="1737360"/>
            <a:ext cx="502920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nama wajib diisi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kategori wajib diisi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harga harus angka lebih dari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stok bilangan bulat minimal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deskripsi wajib diisi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664208"/>
            <a:ext cx="3017520" cy="0"/>
          </a:xfrm>
          <a:prstGeom prst="line">
            <a:avLst/>
          </a:prstGeom>
          <a:noFill/>
          <a:ln w="25400">
            <a:solidFill>
              <a:srgbClr val="FDBF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23560" y="4343400"/>
            <a:ext cx="2240280" cy="822960"/>
          </a:xfrm>
          <a:prstGeom prst="roundRect">
            <a:avLst>
              <a:gd name="adj" fmla="val 777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4343400"/>
            <a:ext cx="73152" cy="82296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4507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201 Created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06440" y="4873752"/>
            <a:ext cx="19202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Data baru berhasil dibuat.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321040" y="4343400"/>
            <a:ext cx="2240280" cy="822960"/>
          </a:xfrm>
          <a:prstGeom prst="roundRect">
            <a:avLst>
              <a:gd name="adj" fmla="val 7778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4343400"/>
            <a:ext cx="73152" cy="82296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4507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400 Bad Request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3920" y="4873752"/>
            <a:ext cx="19202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Input JSON belum valid.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PUT untuk Update Resource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PUT mengganti atau memperbarui resource berdasarkan id.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6217920" cy="4617720"/>
          </a:xfrm>
          <a:prstGeom prst="roundRect">
            <a:avLst>
              <a:gd name="adj" fmla="val 1188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72184"/>
            <a:ext cx="5888736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updateProduk(req, res)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id = Number(req.params.id);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index = produkUMKM.findIndex(item =&gt; item.id === id);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(index === -1)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error(res, 404, 'Produk tidak ditemukan.');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errors = validateProduk(req.body);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(errors.length &gt; 0)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error(res, 400, 'Request body belum valid.', errors);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produkUMKM[index] = { id, ...normalizeProduk(req.body) };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success(res, 200, 'Produk berhasil diperbarui.', produkUMKM[index]);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7406640" y="1508760"/>
            <a:ext cx="3474720" cy="1143000"/>
          </a:xfrm>
          <a:prstGeom prst="roundRect">
            <a:avLst>
              <a:gd name="adj" fmla="val 5600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508760"/>
            <a:ext cx="73152" cy="11430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16733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Alur Update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0" y="2039112"/>
            <a:ext cx="3154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Cari id → validasi body → simpan data → kirim JSON response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06640" y="3063240"/>
            <a:ext cx="3474720" cy="1143000"/>
          </a:xfrm>
          <a:prstGeom prst="roundRect">
            <a:avLst>
              <a:gd name="adj" fmla="val 5600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3063240"/>
            <a:ext cx="73152" cy="11430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32278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Error Umum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0" y="3593592"/>
            <a:ext cx="3154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404 jika id tidak ada; 400 jika body tidak valid.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DELETE dan Error Handling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DELETE menghapus resource. Error handler menjaga semua jawaban API tetap berbentuk JSON.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6035040" cy="4251960"/>
          </a:xfrm>
          <a:prstGeom prst="roundRect">
            <a:avLst>
              <a:gd name="adj" fmla="val 1290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72184"/>
            <a:ext cx="5705856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router.delete('/:id', produkController.deleteProduk);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deleteProduk(req, res)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id = Number(req.params.id);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index = produkUMKM.findIndex(item =&gt; item.id === id);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(index === -1)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error(res, 404, 'Produk tidak ditemukan.');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[produkTerhapus] = produkUMKM.splice(index, 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success(res, 200, 'Produk berhasil dihapus.', produkTerhapus);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223760" y="1417320"/>
            <a:ext cx="3749040" cy="1143000"/>
          </a:xfrm>
          <a:prstGeom prst="roundRect">
            <a:avLst>
              <a:gd name="adj" fmla="val 5600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1417320"/>
            <a:ext cx="73152" cy="11430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5819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Berhasil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06640" y="1947672"/>
            <a:ext cx="3429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Status 200 dan data produk yang terhapus dapat dikirim sebagai bukti.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223760" y="2880360"/>
            <a:ext cx="3749040" cy="1143000"/>
          </a:xfrm>
          <a:prstGeom prst="roundRect">
            <a:avLst>
              <a:gd name="adj" fmla="val 5600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2880360"/>
            <a:ext cx="73152" cy="11430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30449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Tidak Ditemukan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06640" y="3410712"/>
            <a:ext cx="3429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Status 404, pesan jelas, dan tidak memunculkan stack trace ke user.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Pengujian API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API harus diuji sebelum dihubungkan dengan frontend yang lebih kompleks.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5852160" cy="2606040"/>
          </a:xfrm>
          <a:prstGeom prst="roundRect">
            <a:avLst>
              <a:gd name="adj" fmla="val 2105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72184"/>
            <a:ext cx="552297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http://localhost:3000/api/produk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http://localhost:3000/api/produk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"{"nama":"Brownies Mini","kategori":"Makanan","harga":25000,"stok":15,"deskripsi":"Brownies mini."}"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9516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Checklist Uji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95160" y="1828800"/>
            <a:ext cx="411480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Cek status code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Pastikan Content-Type 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Uji body valid dan body salah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Uji id yang tidak ditemukan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Simpan screenshot hasil uji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95160" y="1755648"/>
            <a:ext cx="3017520" cy="0"/>
          </a:xfrm>
          <a:prstGeom prst="line">
            <a:avLst/>
          </a:prstGeom>
          <a:noFill/>
          <a:ln w="25400">
            <a:solidFill>
              <a:srgbClr val="FDBF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4343400"/>
            <a:ext cx="2743200" cy="822960"/>
          </a:xfrm>
          <a:prstGeom prst="roundRect">
            <a:avLst>
              <a:gd name="adj" fmla="val 777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4343400"/>
            <a:ext cx="73152" cy="82296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5079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Browser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4873752"/>
            <a:ext cx="24231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Cocok untuk GET sederhana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160520" y="4343400"/>
            <a:ext cx="2743200" cy="822960"/>
          </a:xfrm>
          <a:prstGeom prst="roundRect">
            <a:avLst>
              <a:gd name="adj" fmla="val 777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4343400"/>
            <a:ext cx="73152" cy="82296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45079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Thunder/Postman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43400" y="4873752"/>
            <a:ext cx="24231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Cocok untuk POST, PUT, DELETE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315200" y="4343400"/>
            <a:ext cx="27432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4343400"/>
            <a:ext cx="73152" cy="82296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45079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cURL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0" y="4873752"/>
            <a:ext cx="24231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Cocok untuk dokumentasi teknis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Praktikum dan Penutup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Produk akhir: REST API sederhana yang siap menjadi fondasi integrasi database pada Pertemuan 9.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246120" cy="329184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73152" cy="32918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Praktik 50 Menit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856232"/>
            <a:ext cx="292608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1. Jalankan server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2. Uji endpoint GET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3. Tambah produk dengan POST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4. Update dengan PUT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5. Hapus dengan DELETE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246120" cy="329184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25880"/>
            <a:ext cx="73152" cy="32918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Tugas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1856232"/>
            <a:ext cx="292608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Buat laporan berisi kontrak endpoint, screenshot uji API, dan refleksi singkat.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246120" cy="329184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73152" cy="329184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Koneksi Pertemuan Berikutnya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1856232"/>
            <a:ext cx="292608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UTS mencakup HTML/CSS, JavaScript, Node.js/Express, dan REST API.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005840" y="5166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66E"/>
                </a:solidFill>
              </a:rPr>
              <a:t>Konsep penting: endpoint yang jelas + JSON konsisten = integrasi frontend-backend lebih mudah.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API, HTTP Method, Kontrak Endpoint, dan JSON</dc:title>
  <dc:subject>TI-501 Pertemuan 7</dc:subject>
  <dc:creator>Program Studi Teknologi Informasi UMY</dc:creator>
  <cp:lastModifiedBy>Program Studi Teknologi Informasi UMY</cp:lastModifiedBy>
  <cp:revision>1</cp:revision>
  <dcterms:created xsi:type="dcterms:W3CDTF">2026-07-21T12:47:39Z</dcterms:created>
  <dcterms:modified xsi:type="dcterms:W3CDTF">2026-07-21T12:47:39Z</dcterms:modified>
</cp:coreProperties>
</file>