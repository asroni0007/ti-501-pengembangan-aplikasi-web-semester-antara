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498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F0E"/>
                </a:solidFill>
              </a:rPr>
              <a:t>CPMK52 · UI Responsif · State · Dynamic Rendering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Pertemuan 11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7726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UI Responsif Lanjutan,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State Sederhana, dan Komponen Data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378561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A"/>
                </a:solidFill>
              </a:rPr>
              <a:t>Navigasi adaptif · kartu · badge · pencarian/filter · render dari API/JSON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979408" y="278892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0" y="2926080"/>
            <a:ext cx="227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state = { view, query, status, data }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render() → UI terbaru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58368" y="5440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A"/>
                </a:solidFill>
              </a:rPr>
              <a:t>Pengembangan Aplikasi Web (TI-501) | Program Studi Teknologi Informasi UMY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Posisi Pertemuan 11 dalam RPS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Fokus: UI responsif lanjutan, navigasi, state sederhana, dynamic rendering, dan komponen berbasis data.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474720" cy="406908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406908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Sebelumnya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68680" y="1929384"/>
            <a:ext cx="315468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MySQL dan CRUD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Integrasi API generatif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Prompt engineering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Response JSON dari backend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474720" cy="406908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406908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Hari Ini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929384"/>
            <a:ext cx="315468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Navigasi responsif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State sederhana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Render kartu dan badge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Search/filter tanpa reload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291840" cy="406908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417320"/>
            <a:ext cx="73152" cy="406908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636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Berikutnya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366760" y="1929384"/>
            <a:ext cx="297180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Keamanan aplikasi web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Validasi server-side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SQL Injection dan XSS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Sanitasi input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Mengapa UI Dinamis Penting Setelah API?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Aplikasi modern tidak hanya menyimpan data, tetapi juga menampilkan data secara jelas dan cepat dipahami.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3337560" cy="3429000"/>
          </a:xfrm>
          <a:prstGeom prst="roundRect">
            <a:avLst>
              <a:gd name="adj" fmla="val 1918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71600"/>
            <a:ext cx="73152" cy="342900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Data API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883664"/>
            <a:ext cx="30175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Produk, konten AI, dan ringkasan dashboard dikirim dari backend sebagai JSON.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3337560" cy="3429000"/>
          </a:xfrm>
          <a:prstGeom prst="roundRect">
            <a:avLst>
              <a:gd name="adj" fmla="val 1918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71600"/>
            <a:ext cx="73152" cy="342900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State UI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883664"/>
            <a:ext cx="30175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Frontend menyimpan kondisi aktif: menu, pencarian, filter, loading, dan data.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092440" y="1371600"/>
            <a:ext cx="3337560" cy="3429000"/>
          </a:xfrm>
          <a:prstGeom prst="roundRect">
            <a:avLst>
              <a:gd name="adj" fmla="val 1918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71600"/>
            <a:ext cx="73152" cy="342900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Komponen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883664"/>
            <a:ext cx="30175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Data yang sama dapat ditampilkan sebagai kartu, badge, summary, atau empty state.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960120" y="5257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Tujuan: mahasiswa memahami pola berpikir frontend sebelum masuk ke framework modern.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Alur Event → State → Render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UI tidak diubah manual satu per satu; state diperbarui, lalu UI digambar ulang.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1216152"/>
            <a:ext cx="1078992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State Sederhana di JavaScript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State adalah objek yang menyimpan kondisi terbaru aplikasi.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89888"/>
            <a:ext cx="4480560" cy="3291840"/>
          </a:xfrm>
          <a:prstGeom prst="roundRect">
            <a:avLst>
              <a:gd name="adj" fmla="val 1667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27048"/>
            <a:ext cx="415137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state =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view: 'produk',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query: '',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'semua',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produk: [],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konten: [],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dashboard: null,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loading: true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5806440" y="14813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Makna field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06440" y="1828800"/>
            <a:ext cx="3108960" cy="0"/>
          </a:xfrm>
          <a:prstGeom prst="line">
            <a:avLst/>
          </a:prstGeom>
          <a:noFill/>
          <a:ln w="25400">
            <a:solidFill>
              <a:srgbClr val="0F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984248"/>
            <a:ext cx="493776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view: halaman aktif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query: kata kunci pencarian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status: filter badge/status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produk/konten: data dari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loading: indikator proses fetch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5074920"/>
            <a:ext cx="9875520" cy="658368"/>
          </a:xfrm>
          <a:prstGeom prst="roundRect">
            <a:avLst>
              <a:gd name="adj" fmla="val 9722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5074920"/>
            <a:ext cx="73152" cy="658368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5221224"/>
            <a:ext cx="955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Prinsip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1143000" y="5586984"/>
            <a:ext cx="9555480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Semakin jelas struktur state, semakin mudah UI dikembangkan dan diperbaiki.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Pola setState: Update Data, Lalu Render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Fungsi kecil ini membuat perubahan UI lebih terkendali.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5669280" cy="3474720"/>
          </a:xfrm>
          <a:prstGeom prst="roundRect">
            <a:avLst>
              <a:gd name="adj" fmla="val 1579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63040"/>
            <a:ext cx="53400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setState(partial)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Object.assign(state, partial);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render();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searchInput.addEventListener('input', event =&gt;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setState({ query: event.target.value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03720" y="1417320"/>
            <a:ext cx="4160520" cy="1005840"/>
          </a:xfrm>
          <a:prstGeom prst="roundRect">
            <a:avLst>
              <a:gd name="adj" fmla="val 6364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0" y="1417320"/>
            <a:ext cx="73152" cy="100584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1563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1. Event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086600" y="1929384"/>
            <a:ext cx="3840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Pengguna mengetik, klik menu, atau memilih filter.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903720" y="2743200"/>
            <a:ext cx="4160520" cy="1005840"/>
          </a:xfrm>
          <a:prstGeom prst="roundRect">
            <a:avLst>
              <a:gd name="adj" fmla="val 6364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2743200"/>
            <a:ext cx="73152" cy="10058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889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2. Update state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086600" y="3255264"/>
            <a:ext cx="3840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State berubah sesuai interaksi pengguna.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903720" y="4069080"/>
            <a:ext cx="4160520" cy="1005840"/>
          </a:xfrm>
          <a:prstGeom prst="roundRect">
            <a:avLst>
              <a:gd name="adj" fmla="val 6364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4069080"/>
            <a:ext cx="73152" cy="10058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4215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3. Render ulang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7086600" y="4581144"/>
            <a:ext cx="3840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Komponen ditampilkan ulang berdasarkan state terbaru.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Dynamic Rendering dari Array Data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Komponen dibuat menggunakan fungsi map sehingga mudah bertambah mengikuti data.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6172200" cy="4206240"/>
          </a:xfrm>
          <a:prstGeom prst="roundRect">
            <a:avLst>
              <a:gd name="adj" fmla="val 1304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463040"/>
            <a:ext cx="584301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renderProduk(items)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items.map(item =&gt; `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&lt;article class="card"&gt;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${badge(item.status)}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&lt;h2&gt;${item.nama}&lt;/h2&gt;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&lt;p&gt;Kategori: ${item.kategori}&lt;/p&gt;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&lt;p&gt;Harga: ${formatRupiah(item.harga)}&lt;/p&gt;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&lt;/article&gt;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`).join('');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7360920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Keuntungan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60920" y="1828800"/>
            <a:ext cx="3108960" cy="0"/>
          </a:xfrm>
          <a:prstGeom prst="line">
            <a:avLst/>
          </a:prstGeom>
          <a:noFill/>
          <a:ln w="25400">
            <a:solidFill>
              <a:srgbClr val="FDBF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1984248"/>
            <a:ext cx="384048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Tidak perlu menyalin HTML berulang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Jumlah kartu mengikuti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Perubahan desain cukup di satu fungsi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Mudah diberi filter dan sorting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60920" y="4572000"/>
            <a:ext cx="3840480" cy="731520"/>
          </a:xfrm>
          <a:prstGeom prst="roundRect">
            <a:avLst>
              <a:gd name="adj" fmla="val 8750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60920" y="4572000"/>
            <a:ext cx="73152" cy="73152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47183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Catatan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7543800" y="5084064"/>
            <a:ext cx="35204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Data berubah → render ulang → UI ikut berubah.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Komponen Kartu dan Badge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Kartu dan badge membantu pengguna membaca data secara cepat.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1216152"/>
            <a:ext cx="1078992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Badge: Visualisasi Status Data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Status data dapat diterjemahkan menjadi kelas CSS yang berbeda.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6035040" cy="4206240"/>
          </a:xfrm>
          <a:prstGeom prst="roundRect">
            <a:avLst>
              <a:gd name="adj" fmla="val 1304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63040"/>
            <a:ext cx="570585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badge = status =&gt;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`&lt;span class="badge ${status}"&gt;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${status.toUpperCase()}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&lt;/span&gt;`;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.badge.aktif { background:#edf8f2; color:#0f7a48;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.badge.draft { background:#fff6d8; color:#8a6200; }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.badge.arsip { background:#fdebed; color:#a41d1f; }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7223760" y="1417320"/>
            <a:ext cx="3611880" cy="960120"/>
          </a:xfrm>
          <a:prstGeom prst="roundRect">
            <a:avLst>
              <a:gd name="adj" fmla="val 6667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0" y="1417320"/>
            <a:ext cx="73152" cy="96012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5636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Aktif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406640" y="1929384"/>
            <a:ext cx="3291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Produk siap ditampilkan atau dipromosikan.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7223760" y="2743200"/>
            <a:ext cx="3611880" cy="960120"/>
          </a:xfrm>
          <a:prstGeom prst="roundRect">
            <a:avLst>
              <a:gd name="adj" fmla="val 6667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2743200"/>
            <a:ext cx="73152" cy="96012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28895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Draft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406640" y="3255264"/>
            <a:ext cx="3291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Konten masih perlu disunting atau ditinjau.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7223760" y="4069080"/>
            <a:ext cx="3611880" cy="960120"/>
          </a:xfrm>
          <a:prstGeom prst="roundRect">
            <a:avLst>
              <a:gd name="adj" fmla="val 6667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4069080"/>
            <a:ext cx="73152" cy="96012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4215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Arsip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7406640" y="4581144"/>
            <a:ext cx="3291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Produk/konten tidak aktif tetapi masih tersimpan.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Pencarian dan Filter Tanpa Reload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Filter dilakukan di frontend berdasarkan state query dan status.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98448"/>
            <a:ext cx="6537960" cy="4343400"/>
          </a:xfrm>
          <a:prstGeom prst="roundRect">
            <a:avLst>
              <a:gd name="adj" fmla="val 1263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35608"/>
            <a:ext cx="620877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getFilteredItems()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keyword = state.query.trim().toLowerCase();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source = state.view === 'konten' ? state.konten : state.produk;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source.filter(item =&gt;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text = JSON.stringify(item).toLowerCase();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cocokKeyword = !keyword || text.includes(keyword);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cocokStatus = state.status === 'semua' || item.status === state.status;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cocokKeyword &amp;&amp; cocokStatus;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7635240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Yang diuji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35240" y="1828800"/>
            <a:ext cx="3108960" cy="0"/>
          </a:xfrm>
          <a:prstGeom prst="line">
            <a:avLst/>
          </a:prstGeom>
          <a:noFill/>
          <a:ln w="25400">
            <a:solidFill>
              <a:srgbClr val="0F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984248"/>
            <a:ext cx="36576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Kata kunci kosong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Status semua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Status aktif/draft/arsip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Hasil kosong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View produk vs konten 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Navigasi Responsif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Navigasi desktop dapat berubah menjadi menu sederhana pada layar kecil.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207008"/>
            <a:ext cx="1083564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CSS Grid dan Media Query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Layout kartu dapat berubah dari tiga kolom menjadi satu kolom pada layar kecil.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53312"/>
            <a:ext cx="5120640" cy="3657600"/>
          </a:xfrm>
          <a:prstGeom prst="roundRect">
            <a:avLst>
              <a:gd name="adj" fmla="val 1500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90472"/>
            <a:ext cx="479145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.content-grid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repeat(3, 1fr);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1rem;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860px)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.content-grid {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grid-template-columns: 1fr;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60" dirty="0"/>
          </a:p>
        </p:txBody>
      </p:sp>
      <p:sp>
        <p:nvSpPr>
          <p:cNvPr id="7" name="Shape 5"/>
          <p:cNvSpPr/>
          <p:nvPr/>
        </p:nvSpPr>
        <p:spPr>
          <a:xfrm>
            <a:off x="6446520" y="1417320"/>
            <a:ext cx="4206240" cy="1051560"/>
          </a:xfrm>
          <a:prstGeom prst="roundRect">
            <a:avLst>
              <a:gd name="adj" fmla="val 6087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417320"/>
            <a:ext cx="73152" cy="105156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5636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Desktop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629400" y="1929384"/>
            <a:ext cx="3886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Tiga kolom membuat data mudah dibandingkan.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446520" y="2880360"/>
            <a:ext cx="4206240" cy="1051560"/>
          </a:xfrm>
          <a:prstGeom prst="roundRect">
            <a:avLst>
              <a:gd name="adj" fmla="val 6087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880360"/>
            <a:ext cx="73152" cy="105156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302666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Tablet/HP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6629400" y="3392424"/>
            <a:ext cx="3886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Satu kolom mencegah teks terlalu sempit dan menjaga keterbacaan.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446520" y="4343400"/>
            <a:ext cx="4206240" cy="914400"/>
          </a:xfrm>
          <a:prstGeom prst="roundRect">
            <a:avLst>
              <a:gd name="adj" fmla="val 7000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4343400"/>
            <a:ext cx="73152" cy="91440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44897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Prinsip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6629400" y="4855464"/>
            <a:ext cx="3886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Uji tampilan, jangan hanya mengandalkan perkiraan kode.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Loading State dan Empty State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UI harus tetap informatif saat data belum siap atau tidak ditemukan.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17320"/>
            <a:ext cx="4892040" cy="3474720"/>
          </a:xfrm>
          <a:prstGeom prst="roundRect">
            <a:avLst>
              <a:gd name="adj" fmla="val 1842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73152" cy="347472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636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Loading State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1005840" y="1929384"/>
            <a:ext cx="457200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Ditampilkan ketika aplikasi sedang mengambil data dari API.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Contoh pesan: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“Memuat data... Mohon tunggu sebentar.”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6446520" y="1417320"/>
            <a:ext cx="4892040" cy="3474720"/>
          </a:xfrm>
          <a:prstGeom prst="roundRect">
            <a:avLst>
              <a:gd name="adj" fmla="val 1842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417320"/>
            <a:ext cx="73152" cy="347472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5636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Empty State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629400" y="1929384"/>
            <a:ext cx="457200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Ditampilkan ketika hasil pencarian/filter kosong.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Contoh pesan: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“Data tidak ditemukan. Coba ubah kata kunci atau filter.”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960120" y="53035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Keduanya meningkatkan pengalaman pengguna karena aplikasi tidak terlihat rusak atau kosong tanpa penjelasan.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Panduan Praktikum 50 Menit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Target akhir: dashboard responsif dengan state, filter, kartu, dan badge berjalan baik.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25880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538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0–10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1417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Jalankan server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417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Dashboard terbuka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075688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2037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631"/>
                </a:solidFill>
              </a:rPr>
              <a:t>10–20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167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Pelajari state dan render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1671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Alur dipahami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2825496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9535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20–30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2916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Uji nav, search, filter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9169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Interaksi tanpa reload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3575304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7033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631"/>
                </a:solidFill>
              </a:rPr>
              <a:t>30–40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36667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Tambah kartu/badge baru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6667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Komponen baru muncul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4325112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4531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40–50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7400" y="4416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Uji mobile dan dokumentasi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4416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Screenshot siap dikumpulkan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" y="5440680"/>
            <a:ext cx="99669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5440680"/>
            <a:ext cx="73152" cy="59436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586984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Output akhir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1143000" y="5952744"/>
            <a:ext cx="9646920" cy="-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Mahasiswa mengumpulkan link/screenshot dan menjelaskan bagaimana state memengaruhi UI yang dirender.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8778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Penutup dan Tugas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Pertemuan 11 menguatkan pola berpikir frontend sebelum menggunakan framework seperti React/Vue.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297180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Rangkuman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929384"/>
            <a:ext cx="30632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UI mengikuti data dan state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Render dilakukan melalui fungsi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Kartu/badge reusable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Responsif harus diuji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297180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Tugas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929384"/>
            <a:ext cx="30632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Tambahkan komponen kartu atau badge baru, pastikan responsif, dan kumpulkan screenshot desktop serta mobile.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297180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Refleksi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929384"/>
            <a:ext cx="30632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Apa keuntungan state sederhana dibanding mengubah DOM secara acak dari banyak tempat?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Pertemuan berikutnya: keamanan dasar aplikasi web, validasi server-side, SQL Injection, XSS, sanitasi, dan escape HTML.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Universitas Muhammadiyah Yogyakarta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 Responsif, State, dan Dynamic Rendering</dc:title>
  <dc:subject>TI-501 Pertemuan 11</dc:subject>
  <dc:creator>Program Studi Teknologi Informasi UMY</dc:creator>
  <cp:lastModifiedBy>Program Studi Teknologi Informasi UMY</cp:lastModifiedBy>
  <cp:revision>1</cp:revision>
  <dcterms:created xsi:type="dcterms:W3CDTF">2026-07-21T13:28:27Z</dcterms:created>
  <dcterms:modified xsi:type="dcterms:W3CDTF">2026-07-21T13:28:27Z</dcterms:modified>
</cp:coreProperties>
</file>