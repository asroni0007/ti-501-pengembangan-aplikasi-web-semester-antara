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5486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DBF0E">
              <a:alpha val="95000"/>
            </a:srgbClr>
          </a:solidFill>
          <a:ln w="12700">
            <a:solidFill>
              <a:srgbClr val="FDBF0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980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F0E"/>
                </a:solidFill>
              </a:rPr>
              <a:t>CPMK52 · Database Relasional · CRUD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Pertemuan 9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MySQL, Koneksi Node.js,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dan Operasi CRUD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673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A"/>
                </a:solidFill>
              </a:rPr>
              <a:t>Studi kasus: aplikasi web “Asisten AI untuk UMKM”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12480" y="2423160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7072" y="2569464"/>
            <a:ext cx="24597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asisten_ai_umkm;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produk (...) VALUES (...);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5440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A"/>
                </a:solidFill>
              </a:rPr>
              <a:t>Pengembangan Aplikasi Web (TI-501) | Program Studi Teknologi Informasi UMY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Posisi Pertemuan 9 dalam RPS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Fokus: skema basis data, koneksi Node.js–MySQL, dan operasi CRUD.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474720" cy="411480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41148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819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Sebelumnya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1947672"/>
            <a:ext cx="3154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REST API in-memory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Kontrak endpoint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JSON response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HTTP method dan status code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474720" cy="411480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41148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819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Hari Ini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17720" y="1947672"/>
            <a:ext cx="3154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Skema relasional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MySQL database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Connection pool mysql2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CRUD berbasis tabel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291840" cy="411480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411480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Berikutnya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66760" y="1947672"/>
            <a:ext cx="297180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Integrasi AI API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API key dan .env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Prompt engineering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Generate konten promosi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Dari Data In-Memory ke Database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Data array JavaScript hilang saat server restart; database membuat data tersimpan permanen.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4023360" cy="1965960"/>
          </a:xfrm>
          <a:prstGeom prst="roundRect">
            <a:avLst>
              <a:gd name="adj" fmla="val 2791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55064"/>
            <a:ext cx="369417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produk =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1, nama: 'Brownies Mini'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Hilang saat server restart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0" y="1508760"/>
            <a:ext cx="2651760" cy="1965960"/>
          </a:xfrm>
          <a:prstGeom prst="roundRect">
            <a:avLst>
              <a:gd name="adj" fmla="val 3256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508760"/>
            <a:ext cx="73152" cy="196596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6733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Masalah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0" y="2039112"/>
            <a:ext cx="23317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Data tidak permanen, sulit dicari, sulit direlasikan, dan tidak cocok untuk aplikasi produksi.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77240" y="3977640"/>
            <a:ext cx="4709160" cy="1188720"/>
          </a:xfrm>
          <a:prstGeom prst="roundRect">
            <a:avLst>
              <a:gd name="adj" fmla="val 4615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4123944"/>
            <a:ext cx="43799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p.nama, k.nama AS kategori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produk 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kategori k ON k.id = p.kategori_id;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97880" y="3794760"/>
            <a:ext cx="4892040" cy="1554480"/>
          </a:xfrm>
          <a:prstGeom prst="roundRect">
            <a:avLst>
              <a:gd name="adj" fmla="val 4118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3794760"/>
            <a:ext cx="73152" cy="155448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3959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Solusi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080760" y="4325112"/>
            <a:ext cx="45720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MySQL menyimpan data dalam tabel, menjaga relasi, dan mendukung query terstruktur.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Rancangan Skema Database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Skema yang baik memisahkan kategori dan produk agar data lebih konsisten.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234440"/>
            <a:ext cx="1078992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Kunci Tabel dan Relasi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Primary key mengidentifikasi baris; foreign key menghubungkan baris antar tabel.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291840" cy="3474720"/>
          </a:xfrm>
          <a:prstGeom prst="roundRect">
            <a:avLst>
              <a:gd name="adj" fmla="val 1944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347472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Primary Key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1947672"/>
            <a:ext cx="297180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Kolom unik pada setiap baris.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Contoh: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kategori.id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produk.id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291840" cy="3474720"/>
          </a:xfrm>
          <a:prstGeom prst="roundRect">
            <a:avLst>
              <a:gd name="adj" fmla="val 1944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417320"/>
            <a:ext cx="73152" cy="347472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Foreign Key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63440" y="1947672"/>
            <a:ext cx="297180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Kolom yang menunjuk ke tabel lain.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Contoh: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produk.kategori_id → kategori.id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291840" cy="347472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347472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Constraint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66760" y="1947672"/>
            <a:ext cx="297180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Aturan untuk menjaga kualitas data.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Contoh: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NOT NULL, UNIQUE, ON DELETE RESTRICT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60120" y="53492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466E"/>
                </a:solidFill>
              </a:rPr>
              <a:t>Prinsip: jangan menyimpan nama kategori berulang di tabel produk; simpan id kategori sebagai relasi.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Membuat Database dan Tabel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Gunakan file schema.sql agar struktur database mudah dibagikan dan dijalankan ulang.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5897880" cy="4800600"/>
          </a:xfrm>
          <a:prstGeom prst="roundRect">
            <a:avLst>
              <a:gd name="adj" fmla="val 1143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80744"/>
            <a:ext cx="5568696" cy="4507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IF NOT EXISTS asisten_ai_umkm;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asisten_ai_umkm;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kategori 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INT AUTO_INCREMENT PRIMARY KEY,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nama VARCHAR(100) NOT NULL UNIQUE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produk 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INT AUTO_INCREMENT PRIMARY KEY,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kategori_id INT NOT NULL,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nama VARCHAR(150) NOT NULL,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harga DECIMAL(12,2) NOT NULL,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stok INT NOT NULL DEFAULT 0,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(kategori_id) REFERENCES kategori(id)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08660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Hal yang dicek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86600" y="1764792"/>
            <a:ext cx="310896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1892808"/>
            <a:ext cx="4114800" cy="2039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Database aktif di MySQL lokal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Tabel kategori dan produk terbentuk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Data awal berhasil di-insert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Tipe data sesuai kebutuhan aplikasi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86600" y="4251960"/>
            <a:ext cx="4114800" cy="1143000"/>
          </a:xfrm>
          <a:prstGeom prst="roundRect">
            <a:avLst>
              <a:gd name="adj" fmla="val 5600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86600" y="4251960"/>
            <a:ext cx="73152" cy="11430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44165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Catatan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69480" y="4782312"/>
            <a:ext cx="3794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File SQL menjadi dokumentasi database dan dapat dipakai ulang oleh semua mahasiswa.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Konfigurasi .env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Rahasia koneksi database tidak ditulis langsung di kode sumber.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4251960" cy="2057400"/>
          </a:xfrm>
          <a:prstGeom prst="roundRect">
            <a:avLst>
              <a:gd name="adj" fmla="val 2667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63624"/>
            <a:ext cx="392277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PORT=3000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DB_HOST=localhost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DB_PORT=3306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DB_USER=root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DB_NAME=asisten_ai_umkm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32120" y="141732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96712" y="1563624"/>
            <a:ext cx="506577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require('dotenv').config();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pool = mysql.createPool({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host: process.env.DB_HOST,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user: process.env.DB_USER,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process.env.DB_PASSWORD,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database: process.env.DB_NAME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1005840" y="4389120"/>
            <a:ext cx="4572000" cy="1005840"/>
          </a:xfrm>
          <a:prstGeom prst="roundRect">
            <a:avLst>
              <a:gd name="adj" fmla="val 6364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4389120"/>
            <a:ext cx="73152" cy="10058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55371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Praktik Aman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4919472"/>
            <a:ext cx="4251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Upload .env.example ke GitHub, tetapi jangan upload .env asli.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172200" y="4389120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4389120"/>
            <a:ext cx="73152" cy="10058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45537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Manfaat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55080" y="4919472"/>
            <a:ext cx="3886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Konfigurasi lokal, hosting, dan komputer dosen bisa berbeda tanpa mengubah kode.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Alur Request ke MySQL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Frontend memanggil endpoint; controller menjalankan query; MySQL mengembalikan data.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280160"/>
            <a:ext cx="1069848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Mapping CRUD: REST Endpoint ke SQL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Endpoint Express menjadi pintu masuk; SQL menjalankan operasi pada tabel.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1143000" cy="658368"/>
          </a:xfrm>
          <a:prstGeom prst="rect">
            <a:avLst/>
          </a:prstGeom>
          <a:solidFill>
            <a:srgbClr val="24466E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636776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CRUD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20240" y="1417320"/>
            <a:ext cx="1234440" cy="658368"/>
          </a:xfrm>
          <a:prstGeom prst="rect">
            <a:avLst/>
          </a:prstGeom>
          <a:solidFill>
            <a:srgbClr val="24466E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75104" y="1636776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Method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514600" cy="658368"/>
          </a:xfrm>
          <a:prstGeom prst="rect">
            <a:avLst/>
          </a:prstGeom>
          <a:solidFill>
            <a:srgbClr val="24466E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9544" y="1636776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Endpoint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0" y="1417320"/>
            <a:ext cx="1417320" cy="658368"/>
          </a:xfrm>
          <a:prstGeom prst="rect">
            <a:avLst/>
          </a:prstGeom>
          <a:solidFill>
            <a:srgbClr val="24466E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24144" y="163677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SQL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075688"/>
            <a:ext cx="11430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2295144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Create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20240" y="2075688"/>
            <a:ext cx="12344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75104" y="229514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POST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2075688"/>
            <a:ext cx="25146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9544" y="2295144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/api/produk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2075688"/>
            <a:ext cx="141732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24144" y="2295144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INSERT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2734056"/>
            <a:ext cx="11430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2953512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Read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20240" y="2734056"/>
            <a:ext cx="12344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75104" y="295351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GET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2734056"/>
            <a:ext cx="25146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9544" y="2953512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/api/produk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0" y="2734056"/>
            <a:ext cx="141732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24144" y="2953512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SELECT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3392424"/>
            <a:ext cx="11430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" y="3611880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Update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920240" y="3392424"/>
            <a:ext cx="12344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611880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PUT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154680" y="3392424"/>
            <a:ext cx="25146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9544" y="36118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/api/produk/:id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0" y="3392424"/>
            <a:ext cx="141732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24144" y="361188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UPDATE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77240" y="4050792"/>
            <a:ext cx="11430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" y="4270248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Delete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920240" y="4050792"/>
            <a:ext cx="12344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75104" y="427024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DELETE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54680" y="4050792"/>
            <a:ext cx="25146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9544" y="4270248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/api/produk/:id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0" y="4050792"/>
            <a:ext cx="141732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7D3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24144" y="4270248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DELETE</a:t>
            </a:r>
            <a:endParaRPr lang="en-US" sz="105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6680" y="1463040"/>
            <a:ext cx="3383280" cy="2971800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7726680" y="4663440"/>
            <a:ext cx="3383280" cy="822960"/>
          </a:xfrm>
          <a:prstGeom prst="roundRect">
            <a:avLst>
              <a:gd name="adj" fmla="val 7778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26680" y="4663440"/>
            <a:ext cx="73152" cy="82296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909560" y="48280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Target Praktikum</a:t>
            </a:r>
            <a:endParaRPr lang="en-US" sz="1450" dirty="0"/>
          </a:p>
        </p:txBody>
      </p:sp>
      <p:sp>
        <p:nvSpPr>
          <p:cNvPr id="49" name="Text 46"/>
          <p:cNvSpPr/>
          <p:nvPr/>
        </p:nvSpPr>
        <p:spPr>
          <a:xfrm>
            <a:off x="7909560" y="5193792"/>
            <a:ext cx="30632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Semua operasi CRUD membaca/menulis langsung ke MySQL.</a:t>
            </a:r>
            <a:endParaRPr lang="en-US" sz="1080" dirty="0"/>
          </a:p>
        </p:txBody>
      </p:sp>
      <p:sp>
        <p:nvSpPr>
          <p:cNvPr id="50" name="Shape 4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Read: SELECT dengan JOIN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Endpoint list produk dapat menampilkan nama kategori melalui JOIN.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5989320" cy="4206240"/>
          </a:xfrm>
          <a:prstGeom prst="roundRect">
            <a:avLst>
              <a:gd name="adj" fmla="val 1304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72184"/>
            <a:ext cx="566013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listProduk(req, res)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[rows] = await pool.query(`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p.id, p.nama, p.harga, p.stok,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k.nama AS kategori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produk p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 kategori k ON k.id = p.kategori_id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p.id DESC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sukses: true, data: rows });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7223760" y="1508760"/>
            <a:ext cx="3657600" cy="1005840"/>
          </a:xfrm>
          <a:prstGeom prst="roundRect">
            <a:avLst>
              <a:gd name="adj" fmla="val 6364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1508760"/>
            <a:ext cx="73152" cy="10058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6733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GET /api/produk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06640" y="2039112"/>
            <a:ext cx="3337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Mengambil seluruh data produk dari tabel MySQL.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223760" y="2788920"/>
            <a:ext cx="36576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2788920"/>
            <a:ext cx="73152" cy="10058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9535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JOIN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06640" y="3319272"/>
            <a:ext cx="3337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Menggabungkan tabel produk dan kategori agar response lebih informatif.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223760" y="4069080"/>
            <a:ext cx="3657600" cy="1005840"/>
          </a:xfrm>
          <a:prstGeom prst="roundRect">
            <a:avLst>
              <a:gd name="adj" fmla="val 6364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4069080"/>
            <a:ext cx="73152" cy="100584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42336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ORDER BY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06640" y="4599432"/>
            <a:ext cx="3337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Mengurutkan data terbaru di bagian atas.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Create: INSERT dan Validasi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Data input dari user harus divalidasi sebelum masuk ke database.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6309360" cy="4343400"/>
          </a:xfrm>
          <a:prstGeom prst="roundRect">
            <a:avLst>
              <a:gd name="adj" fmla="val 1263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26464"/>
            <a:ext cx="5980176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errors = validasiProduk(req.body);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(errors.length &gt; 0) {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res.status(400).json({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sukses: false,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pesan: 'Data produk belum valid.',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detail: errors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pool.query(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'INSERT INTO produk (kategori_id,nama,harga,stok) VALUES (?,?,?,?)',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[kategori_id, nama, harga, stok]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745236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Validasi Minimal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52360" y="1764792"/>
            <a:ext cx="3108960" cy="0"/>
          </a:xfrm>
          <a:prstGeom prst="line">
            <a:avLst/>
          </a:prstGeom>
          <a:noFill/>
          <a:ln w="25400">
            <a:solidFill>
              <a:srgbClr val="A41D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1892808"/>
            <a:ext cx="3840480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kategori_id harus tersedia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nama minimal 3 karakter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harga lebih dari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stok bilangan bulat minimal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52360" y="4206240"/>
            <a:ext cx="3840480" cy="1051560"/>
          </a:xfrm>
          <a:prstGeom prst="roundRect">
            <a:avLst>
              <a:gd name="adj" fmla="val 6087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4206240"/>
            <a:ext cx="73152" cy="105156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43708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Kenapa placeholder 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635240" y="4736592"/>
            <a:ext cx="3520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Mencegah input user digabung langsung ke SQL dan mengurangi risiko SQL Injection.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Update dan Delete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Operasi perubahan data harus memastikan id ditemukan sebelum response sukses dikirim.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5760720" cy="4023360"/>
          </a:xfrm>
          <a:prstGeom prst="roundRect">
            <a:avLst>
              <a:gd name="adj" fmla="val 1364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72184"/>
            <a:ext cx="543153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pool.query(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'UPDATE produk SET nama=?, harga=?, stok=? WHERE id=?',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[nama, harga, stok, id]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[result] = await pool.query(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'DELETE FROM produk WHERE id=?', [id]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(result.affectedRows === 0)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res.status(404).json({ pesan: 'Produk tidak ditemukan.' });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7040880" y="1508760"/>
            <a:ext cx="4069080" cy="1097280"/>
          </a:xfrm>
          <a:prstGeom prst="roundRect">
            <a:avLst>
              <a:gd name="adj" fmla="val 5833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1508760"/>
            <a:ext cx="73152" cy="109728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673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PUT /api/produk/:id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223760" y="2039112"/>
            <a:ext cx="3749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Mengganti data produk berdasarkan id.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040880" y="2880360"/>
            <a:ext cx="4069080" cy="1097280"/>
          </a:xfrm>
          <a:prstGeom prst="roundRect">
            <a:avLst>
              <a:gd name="adj" fmla="val 5833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2880360"/>
            <a:ext cx="73152" cy="109728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3044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DELETE /api/produk/:id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223760" y="3410712"/>
            <a:ext cx="3749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Menghapus data produk berdasarkan id.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040880" y="4251960"/>
            <a:ext cx="4069080" cy="1097280"/>
          </a:xfrm>
          <a:prstGeom prst="roundRect">
            <a:avLst>
              <a:gd name="adj" fmla="val 5833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4251960"/>
            <a:ext cx="73152" cy="109728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4416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affectedRows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223760" y="4782312"/>
            <a:ext cx="3749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Mengetahui apakah ada baris yang benar-benar berubah/terhapus.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Integrasi Frontend dengan Fetch API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Frontend tidak mengakses database langsung; frontend hanya memanggil endpoint API.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5897880" cy="3977640"/>
          </a:xfrm>
          <a:prstGeom prst="roundRect">
            <a:avLst>
              <a:gd name="adj" fmla="val 1379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72184"/>
            <a:ext cx="5568696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loadProduk()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await fetch('/api/produk');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hasil = await response.json();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daftarProduk.innerHTML = hasil.data.map(item =&gt; `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 class="card"&gt;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&lt;h3&gt;${item.nama}&lt;/h3&gt;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&lt;p&gt;${item.kategori}&lt;/p&gt;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`).join('');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7178040" y="14630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Alur UI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78040" y="1810512"/>
            <a:ext cx="310896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938528"/>
            <a:ext cx="3977640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Load halaman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Fetch GET /api/produk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Render card produk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Submit 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Fetch POST /api/produk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Muat ulang daftar produk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Debugging Error Database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Kesalahan koneksi dan query harus dibaca dari pesan error, bukan ditebak.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3246120" cy="1234440"/>
          </a:xfrm>
          <a:prstGeom prst="roundRect">
            <a:avLst>
              <a:gd name="adj" fmla="val 5185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73152" cy="123444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ECONNREFUSED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1901952"/>
            <a:ext cx="2926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MySQL belum berjalan atau port salah.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246120" cy="1234440"/>
          </a:xfrm>
          <a:prstGeom prst="roundRect">
            <a:avLst>
              <a:gd name="adj" fmla="val 5185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71600"/>
            <a:ext cx="73152" cy="12344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36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ER_ACCESS_DENIED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17720" y="1901952"/>
            <a:ext cx="2926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User atau password database salah.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246120" cy="1234440"/>
          </a:xfrm>
          <a:prstGeom prst="roundRect">
            <a:avLst>
              <a:gd name="adj" fmla="val 5185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371600"/>
            <a:ext cx="73152" cy="123444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536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ER_BAD_DB_ERROR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21040" y="1901952"/>
            <a:ext cx="2926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Nama database belum dibuat atau salah ketik.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1097280" y="3246120"/>
            <a:ext cx="9875520" cy="2057400"/>
          </a:xfrm>
          <a:prstGeom prst="roundRect">
            <a:avLst>
              <a:gd name="adj" fmla="val 2667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392424"/>
            <a:ext cx="954633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app.get('/api/status', async (req, res)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cekKoneksi();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res.json({ sukses: true, pesan: 'Database aktif.'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res.status(500).json({ sukses: false, detail: [err.message]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Panduan Praktikum 50 Menit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Gunakan starter code untuk membuat CRUD produk yang tersimpan di MySQL.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25880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538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0–10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Jalankan schema.sql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Database siap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075688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037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1"/>
                </a:solidFill>
              </a:rPr>
              <a:t>10–20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Konfigurasi .env dan npm install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167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Server aktif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2825496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9535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20–35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916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Uji endpoint CRUD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9169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GET/POST/PUT/DELETE berhasil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575304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7033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1"/>
                </a:solidFill>
              </a:rPr>
              <a:t>35–45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36667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Hubungkan frontend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6667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Data tampil di browser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4325112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4531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45–50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4416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Screenshot dan checklist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44165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Bukti praktikum lengkap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" y="5440680"/>
            <a:ext cx="987552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5440680"/>
            <a:ext cx="73152" cy="59436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5605272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Output akhir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5971032"/>
            <a:ext cx="9555480" cy="-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Project berjalan, database berisi data, endpoint CRUD teruji, dan frontend membaca data dari MySQL.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Penutup dan Tugas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Pertemuan 9 memastikan aplikasi memiliki penyimpanan data yang nyata.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29718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81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Rangkuman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1947672"/>
            <a:ext cx="30632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Database menggantikan data in-memory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Skema relasional menjaga konsistensi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mysql2 menghubungkan Express ke MySQL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• CRUD menjadi fondasi fitur produk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29718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81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Tugas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17720" y="1947672"/>
            <a:ext cx="30632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Lengkapi CRUD produk, sertakan schema.sql, screenshot uji endpoint, dan laporan singkat.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297180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81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Persiapan Pertemuan 10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75320" y="1947672"/>
            <a:ext cx="30632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API produk akan diperkaya dengan fitur rekomendasi/generatif menggunakan Gemini/OpenAI API.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Pertanyaan refleksi: Mengapa aplikasi produksi tidak cukup menggunakan array JavaScript sebagai penyimpanan data?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MySQL, Koneksi Node.js, dan CRUD</dc:title>
  <dc:subject>TI-501 Pertemuan 9</dc:subject>
  <dc:creator>Program Studi Teknologi Informasi UMY</dc:creator>
  <cp:lastModifiedBy>Program Studi Teknologi Informasi UMY</cp:lastModifiedBy>
  <cp:revision>1</cp:revision>
  <dcterms:created xsi:type="dcterms:W3CDTF">2026-07-21T13:12:54Z</dcterms:created>
  <dcterms:modified xsi:type="dcterms:W3CDTF">2026-07-21T13:12:54Z</dcterms:modified>
</cp:coreProperties>
</file>