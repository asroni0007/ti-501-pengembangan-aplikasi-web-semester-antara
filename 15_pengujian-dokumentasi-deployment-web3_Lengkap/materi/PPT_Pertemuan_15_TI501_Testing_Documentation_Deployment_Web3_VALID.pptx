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CPMK53 · Testing · Dokumentasi · Deployment · Web3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15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Pengujian, README,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Deployment, dan Web3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78561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</a:rPr>
              <a:t>Persiapan rilis dan demo akhir aplikasi Asisten AI untuk UMKM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32520" y="2606040"/>
            <a:ext cx="2788920" cy="1600200"/>
          </a:xfrm>
          <a:prstGeom prst="roundRect">
            <a:avLst>
              <a:gd name="adj" fmla="val 342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7112" y="2743200"/>
            <a:ext cx="2459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/api/assistant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Posisi Pertemuan 15 dalam RPS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pengujian otomatis, dokumentasi teknis README, konsep deployment, dan pengayaan Web3.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Sebelumnya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Telegram Bot 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WhatsApp Cloud 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Webhook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Ngrok tunnel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Hari Ini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Functional test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README teknis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Deployment prep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dApp comparison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069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Berikutnya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Presentasi UAS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Demo terintegrasi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Evaluasi CPMK51-53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Refleksi akhir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Mengapa Pertemuan 15 Penting?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Aplikasi yang “bisa jalan” belum tentu siap dipresentasikan, digunakan ulang, atau di-deploy.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Dapat Diuji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Endpoint utama memiliki test otomatis sehingga perubahan kecil tidak merusak fitur penting.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Dapat Dipahami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README menjelaskan cara menjalankan aplikasi tanpa perlu bertanya ke pembuat kode.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429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Dapat Dirilis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Konfigurasi port, env, dan dependency siap untuk server publik.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Target akhir: aplikasi Asisten AI UMKM siap diuji, didokumentasikan, dan didemokan.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Piramida Pengujian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Tidak semua skenario harus diuji melalui browser. Mulai dari service dan endpoint utama.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07008"/>
            <a:ext cx="1065276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Pengujian Fungsional Otomatis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Test memanggil endpoint dan mengecek apakah status, struktur JSON, dan isi respons sesuai ekspektasi.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5661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Skenario Normal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Contoh: pengguna bertanya jam buka, sistem mengembalikan intent jam_buka dan balasan yang relevan.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5661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Skenario Error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3794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Contoh: field message kosong, sistem harus memberi status 400 dan pesan error yang jelas.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5661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Skenario Fallback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37944"/>
            <a:ext cx="30175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Contoh: pesan tidak dikenal, sistem memberi arahan format pertanyaan yang dapat digunakan.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97280" y="5285232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5422392"/>
            <a:ext cx="9546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Jest menjalankan tests/*.test.js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Pola Kode agar Express Mudah Diuji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Server perlu mengekspor app. listen() hanya dijalankan saat file dipanggil langsung.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669280" cy="4114800"/>
          </a:xfrm>
          <a:prstGeom prst="roundRect">
            <a:avLst>
              <a:gd name="adj" fmla="val 133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3400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app.get('/health', (req, res) =&gt;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status: 'ok' });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(require.main === module)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app.listen(PORT, () =&gt; console.log('Server aktif'));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app;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903720" y="16002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Manfaat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194767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103120"/>
            <a:ext cx="4160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Supertest dapat memanggil app tanpa membuka port manual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Test lebih cepat dan stabil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Struktur cocok untuk deployment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Kode server tidak tercampur dengan skenario 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Contoh Test dengan Jest dan Supertest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Test berikut mengirim request POST dan mengecek respons Asisten AI UMKM.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6675120" cy="4343400"/>
          </a:xfrm>
          <a:prstGeom prst="roundRect">
            <a:avLst>
              <a:gd name="adj" fmla="val 126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17320"/>
            <a:ext cx="634593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request = require('supertest');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require('../server');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test('intent jam_buka', async () =&gt;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request(app)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.post('/api/assistant')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.send({ message: 'Jam buka toko?' });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expect(res.statusCode).toBe(200);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expect(res.body.success).toBe(true);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expect(res.body.data.intent).toBe('jam_buka');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863840" y="1444752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444752"/>
            <a:ext cx="73152" cy="9601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591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Arrange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046720" y="1956816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Siapkan input request.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863840" y="2743200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743200"/>
            <a:ext cx="73152" cy="9601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Act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04672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Kirim request ke app.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863840" y="4041648"/>
            <a:ext cx="3246120" cy="960120"/>
          </a:xfrm>
          <a:prstGeom prst="roundRect">
            <a:avLst>
              <a:gd name="adj" fmla="val 6667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4041648"/>
            <a:ext cx="73152" cy="9601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4187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Assert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04672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Cek status dan respons JSON.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Latihan: Tambah Intent Baru dan Test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Mahasiswa tidak hanya menjalankan test, tetapi menambah skenario baru yang relevan.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4517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'alamat',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keywords: ['alamat', 'lokasi'],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reply: 'Alamat toko kami berada di Yogyakarta.'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120640" cy="2697480"/>
          </a:xfrm>
          <a:prstGeom prst="roundRect">
            <a:avLst>
              <a:gd name="adj" fmla="val 203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463040"/>
            <a:ext cx="47914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test('intent alamat',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request(app)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.post('/api/assistant')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.send({ message: 'Alamat toko di mana?'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expect(res.body.data.intent).toBe('alamat');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4526280"/>
            <a:ext cx="100584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526280"/>
            <a:ext cx="73152" cy="694944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672584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1143000" y="5038344"/>
            <a:ext cx="97383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Fitur baru sebaiknya disertai test baru agar perubahan dapat dicek ulang secara otomatis.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README sebagai Dokumentasi Teknis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README adalah pintu masuk pengguna, dosen, dan tim lain untuk memahami project.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5204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Setup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Kebutuhan sistem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npm install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.env.example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npm run dev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5204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Pemakaian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3794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Fitur utama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Daftar endpoint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Contoh request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Contoh respons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5204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Operasional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3794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Cara test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Deployment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Batasan aplikasi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Troubleshooting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60120" y="52852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24466E"/>
                </a:solidFill>
              </a:rPr>
              <a:t>README yang baik membuat project dapat dilanjutkan setelah semester berakhir.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Contoh Dokumentasi Endpoint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perlu dijelaskan dengan method, path, body, dan respons agar mudah diuji.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10241280" cy="4480560"/>
          </a:xfrm>
          <a:prstGeom prst="roundRect">
            <a:avLst>
              <a:gd name="adj" fmla="val 122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463040"/>
            <a:ext cx="9912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/api/assistant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body: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"Jam buka toko?"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"intent": "jam_buka",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"reply": "Toko kami buka ..."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Konsep Deployment Aplikasi Express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Deployment memindahkan aplikasi dari laptop lokal ke server publik yang dapat diakses pengguna.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34440"/>
            <a:ext cx="106527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Environment Variables dan Keamanan Secret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Nilai rahasia tidak boleh ditulis di source code atau README publik.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0657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APP_NAME=Asisten AI UMKM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OPENAI_API_KEY=...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GEMINI_API_KEY=...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DATABASE_URL=...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206240" cy="841248"/>
          </a:xfrm>
          <a:prstGeom prst="roundRect">
            <a:avLst>
              <a:gd name="adj" fmla="val 7609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417320"/>
            <a:ext cx="73152" cy="841248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63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.env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903720" y="1929384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Dipakai lokal, tidak diunggah ke repo.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720840" y="2487168"/>
            <a:ext cx="4206240" cy="841248"/>
          </a:xfrm>
          <a:prstGeom prst="roundRect">
            <a:avLst>
              <a:gd name="adj" fmla="val 7609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487168"/>
            <a:ext cx="73152" cy="841248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633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.env.example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903720" y="2999232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Template nama variabel tanpa nilai rahasia.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720840" y="3557016"/>
            <a:ext cx="4206240" cy="841248"/>
          </a:xfrm>
          <a:prstGeom prst="roundRect">
            <a:avLst>
              <a:gd name="adj" fmla="val 7609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557016"/>
            <a:ext cx="73152" cy="841248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Platform Env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903720" y="406908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Nilai asli dimasukkan di dashboard server.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Pengayaan Web3: Pembanding Arsitektur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Web3 tidak menggantikan semua backend, tetapi memberi cara lain menaruh logic dan data tertentu.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07008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Contoh Sederhana Smart Contract sebagai Pembanding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Smart contract berisi fungsi yang berjalan di jaringan blockchain, bukan di server Express.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035040" cy="4069080"/>
          </a:xfrm>
          <a:prstGeom prst="roundRect">
            <a:avLst>
              <a:gd name="adj" fmla="val 1348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63040"/>
            <a:ext cx="57058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Contoh konseptual Solidity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UMKMReview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Review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 user;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text;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Review[] public reviews;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addReview(string memory text) public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reviews.push(Review(msg.sender, text));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717804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Bandingkan dengan Express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78040" y="1901952"/>
            <a:ext cx="3108960" cy="0"/>
          </a:xfrm>
          <a:prstGeom prst="line">
            <a:avLst/>
          </a:prstGeom>
          <a:noFill/>
          <a:ln w="254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057400"/>
            <a:ext cx="3931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Express: logic berada di server milik aplikasi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Smart contract: logic berada di jaringan blockchain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Express: perubahan data lewat API dan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Smart contract: perubahan data melalui transaksi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Panduan Praktikum 50 Menit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Target akhir: test lulus, README lengkap, deployment siap, dan refleksi Web3 tertulis.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0-10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Review release readiness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Target praktikum jelas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10-20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test awal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Semua test lulus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20-30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Tambah intent dan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Skenario baru teruji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30-40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Lengkapi README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Dokumentasi siap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40-50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Deployment &amp; Web3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Refleksi siap dikumpulkan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5440680"/>
            <a:ext cx="9966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8698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akhir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952744"/>
            <a:ext cx="9646920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Screenshot npm test, README, konfigurasi deployment, dan refleksi arsitektur client-server vs dApp.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Penutup dan Tugas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15 adalah tahap finalisasi teknis sebelum evaluasi dan presentasi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Rangkuman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Test otomatis menjaga kualitas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README membuat project dapat digunakan ulang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Deployment butuh env dan port siap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Tugas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Tambahkan intent + test, lengkapi README, siapkan deployment, dan tulis refleksi Web3.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Menuju UAS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Siapkan demo terintegrasi: frontend, backend, database, AI, Telegram, WhatsApp, keamanan, dan pengujian.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Pertemuan berikutnya: presentasi dan demo aplikasi Asisten AI untuk UMKM.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Testing, Dokumentasi README, Deployment, dan Web3</dc:title>
  <dc:subject>TI-501 Pertemuan 15</dc:subject>
  <dc:creator>Program Studi Teknologi Informasi UMY</dc:creator>
  <cp:lastModifiedBy>Program Studi Teknologi Informasi UMY</cp:lastModifiedBy>
  <cp:revision>1</cp:revision>
  <dcterms:created xsi:type="dcterms:W3CDTF">2026-07-21T14:00:42Z</dcterms:created>
  <dcterms:modified xsi:type="dcterms:W3CDTF">2026-07-21T14:00:42Z</dcterms:modified>
</cp:coreProperties>
</file>