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9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Pertemuan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4466E"/>
                </a:solidFill>
              </a:rPr>
              <a:t>UTS CPMK51–52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59893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334F"/>
                </a:solidFill>
              </a:rPr>
              <a:t>Evaluasi capaian Pertemuan 1–7: HTML/CSS, JavaScript, Node.js/Express, dan REST API.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1417320"/>
            <a:ext cx="3154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417320"/>
            <a:ext cx="73152" cy="30632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Studi Kasus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0" y="1947672"/>
            <a:ext cx="283464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631"/>
                </a:solidFill>
              </a:rPr>
              <a:t>Asisten AI untuk UMKM: alur frontend, backend, dan API sebagai fondasi aplikasi modern.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13232" y="3246120"/>
            <a:ext cx="1691640" cy="402336"/>
          </a:xfrm>
          <a:prstGeom prst="roundRect">
            <a:avLst>
              <a:gd name="adj" fmla="val 20455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364992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Bobot RPS: 15%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3246120"/>
            <a:ext cx="2240280" cy="402336"/>
          </a:xfrm>
          <a:prstGeom prst="roundRect">
            <a:avLst>
              <a:gd name="adj" fmla="val 20455"/>
            </a:avLst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364992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Durasi disarankan: 100 menit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324612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336499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CPMK51–52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12480" y="4709160"/>
            <a:ext cx="2194560" cy="731520"/>
          </a:xfrm>
          <a:prstGeom prst="arc">
            <a:avLst/>
          </a:prstGeom>
          <a:noFill/>
          <a:ln w="63500">
            <a:solidFill>
              <a:srgbClr val="FDBF0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4983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466E"/>
                </a:solidFill>
              </a:rPr>
              <a:t>Review → Ujian → Refleksi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Tujuan Evaluasi UTS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UTS mengukur kemampuan konseptual sekaligus kemampuan praktik awal full-stack web.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CPMK51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306324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631"/>
                </a:solidFill>
              </a:rPr>
              <a:t>Menjelaskan konsep, tren, siklus pengembangan, HTML semantik, dan prinsip UI/UX.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9202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CPMK52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947672"/>
            <a:ext cx="306324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631"/>
                </a:solidFill>
              </a:rPr>
              <a:t>Menerapkan CSS responsif, JavaScript, Node.js/Express, dan integrasi REST API.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73152" cy="19202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Produk Ujian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1947672"/>
            <a:ext cx="306324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631"/>
                </a:solidFill>
              </a:rPr>
              <a:t>Jawaban tertulis, desain kontrak endpoint, dan praktik mini berbasis starter code.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160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66E"/>
                </a:solidFill>
              </a:rPr>
              <a:t>Prinsip penilaian: bukan hanya “kode berjalan”, tetapi juga alasan teknis, konsistensi endpoint, dan kerapian struktur.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Cakupan Materi Pertemuan 1–7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Setiap bagian UTS mengambil kompetensi kunci dari materi sebelum UTS.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7063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7939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8815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9691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05672" y="2057400"/>
            <a:ext cx="713232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1828800"/>
            <a:ext cx="658368" cy="658368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Web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1828800"/>
            <a:ext cx="658368" cy="658368"/>
          </a:xfrm>
          <a:prstGeom prst="ellipse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HTML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0" y="1828800"/>
            <a:ext cx="658368" cy="658368"/>
          </a:xfrm>
          <a:prstGeom prst="ellipse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CSS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49240" y="1828800"/>
            <a:ext cx="658368" cy="658368"/>
          </a:xfrm>
          <a:prstGeom prst="ellipse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UI/UX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658368" cy="658368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JS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66760" y="1828800"/>
            <a:ext cx="658368" cy="658368"/>
          </a:xfrm>
          <a:prstGeom prst="ellipse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Express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75520" y="1828800"/>
            <a:ext cx="658368" cy="658368"/>
          </a:xfrm>
          <a:prstGeom prst="ellipse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76688" y="20299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8360" y="26700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M7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466E"/>
                </a:solidFill>
              </a:rPr>
              <a:t>REST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0120" y="379476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3794760"/>
            <a:ext cx="73152" cy="12344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Konsep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43000" y="4325112"/>
            <a:ext cx="2514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SDLC, Web2/Web3, peran teknologi, studi kasus.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4526280" y="379476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3794760"/>
            <a:ext cx="73152" cy="12344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Antarmuka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709160" y="4325112"/>
            <a:ext cx="2514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HTML semantik, CSS responsif, UI/UX, aksesibilitas.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092440" y="3794760"/>
            <a:ext cx="2834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2440" y="3794760"/>
            <a:ext cx="73152" cy="12344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5320" y="3959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Integrasi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275320" y="4325112"/>
            <a:ext cx="2514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JavaScript, Fetch, Express, JSON, REST API.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Blueprint Penilaian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Komposisi ujian dibuat seimbang antara teori, analisis, desain API, dan praktik.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4466E"/>
                </a:solidFill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Konsep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41D1F"/>
                </a:solidFill>
              </a:rPr>
              <a:t>20%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4466E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9476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Analisis kode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41D1F"/>
                </a:solidFill>
              </a:rPr>
              <a:t>25%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4466E"/>
                </a:solidFill>
              </a:rPr>
              <a:t>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Kontrak REST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41D1F"/>
                </a:solidFill>
              </a:rPr>
              <a:t>25%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0" y="16459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6D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7A48"/>
                </a:solidFill>
              </a:rPr>
              <a:t>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8116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Praktik mini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A48"/>
                </a:solidFill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Makna Bobot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4919472"/>
            <a:ext cx="292608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Bagian konsep menguji pemahaman dasar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Analisis kode menguji kemampuan membaca 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Desain API menguji konsistensi teknis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Praktik mini menguji implementasi terpadu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Review Cepat: HTML, CSS, dan UI/UX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Fondasi tampilan harus semantik, responsif, dan mudah digunakan.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3291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HTML Semantik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292608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Gunakan header, main, section, article, form, label, input, dan button sesuai makna.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3291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CSS Responsif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47672"/>
            <a:ext cx="292608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Kuasai box model, Flexbox, Grid, spacing, warna kontras, dan media query.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246120" cy="32918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17320"/>
            <a:ext cx="73152" cy="329184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UI/UX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1947672"/>
            <a:ext cx="292608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Rancang alur pengguna: lihat data, isi form, kirim, tampilkan pesan sukses/error.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466E"/>
                </a:solidFill>
              </a:rPr>
              <a:t>Contoh indikator UTS: dapat menjelaskan mengapa sebuah form harus memiliki label dan validasi yang jelas.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Review Cepat: JavaScript DOM dan Fetch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JavaScript menghubungkan aksi pengguna dengan data dari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943600" cy="4206240"/>
          </a:xfrm>
          <a:prstGeom prst="roundRect">
            <a:avLst>
              <a:gd name="adj" fmla="val 130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561441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document.querySelector('#form-produk');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 async (event) =&gt; 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fetch('/api/produk', {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'Content-Type': 'application/json' },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JSON.stringify(payload)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await response.json();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7086600" y="1600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Yang Dinilai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0" y="1947672"/>
            <a:ext cx="292608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103120"/>
            <a:ext cx="438912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Memilih elemen DOM dengan tepat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Menggunakan event submit/click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Mengirim dan membaca 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Menangani response sukses dan 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Tidak hanya menulis kode, tetapi memahami alurnya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Review Cepat: Node.js dan Express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Backend Express menerima request, memproses data, lalu mengirim response.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2148840"/>
            <a:ext cx="128016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166360" y="2148840"/>
            <a:ext cx="128016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909560" y="2148840"/>
            <a:ext cx="128016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73152" cy="11887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417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631"/>
                </a:solidFill>
              </a:rPr>
              <a:t>Browser / client mengirim HTTP request.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73152" cy="11887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Middleware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176272"/>
            <a:ext cx="1417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631"/>
                </a:solidFill>
              </a:rPr>
              <a:t>express.json dan static file.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645920"/>
            <a:ext cx="73152" cy="1188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Route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1417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631"/>
                </a:solidFill>
              </a:rPr>
              <a:t>GET/POST/PUT/DELETE.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915400" y="16459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645920"/>
            <a:ext cx="73152" cy="11887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2176272"/>
            <a:ext cx="14173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2631"/>
                </a:solidFill>
              </a:rPr>
              <a:t>JSON + status code.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1143000" y="3657600"/>
            <a:ext cx="9784080" cy="1508760"/>
          </a:xfrm>
          <a:prstGeom prst="roundRect">
            <a:avLst>
              <a:gd name="adj" fmla="val 3636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3803904"/>
            <a:ext cx="945489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app.use(express.static('public'));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app.get('/api/produk',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res.status(200).json({ sukses: true, data: produk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Review Cepat: REST API dan JSON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harus mudah dibaca, method tepat, dan response konsisten.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715000" cy="475488"/>
          </a:xfrm>
          <a:prstGeom prst="roundRect">
            <a:avLst>
              <a:gd name="adj" fmla="val 5769"/>
            </a:avLst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91640" y="159105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Path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11880" y="159105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Tujuan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57800" y="159105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938528"/>
            <a:ext cx="5715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0312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631"/>
                </a:solidFill>
              </a:rPr>
              <a:t>GET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691640" y="210312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/api/produk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611880" y="210312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Baca semua data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257800" y="210312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200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85800" y="2441448"/>
            <a:ext cx="5715000" cy="438912"/>
          </a:xfrm>
          <a:prstGeom prst="rect">
            <a:avLst/>
          </a:prstGeom>
          <a:solidFill>
            <a:srgbClr val="EAF1FA"/>
          </a:solidFill>
          <a:ln w="7620">
            <a:solidFill>
              <a:srgbClr val="C9D4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0604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631"/>
                </a:solidFill>
              </a:rPr>
              <a:t>GET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691640" y="260604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/api/produk/:id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Baca detail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257800" y="26060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200 / 404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85800" y="2944368"/>
            <a:ext cx="5715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1089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631"/>
                </a:solidFill>
              </a:rPr>
              <a:t>POST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691640" y="310896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/api/produk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611880" y="310896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Tambah data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5257800" y="310896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201 / 400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3447288"/>
            <a:ext cx="5715000" cy="438912"/>
          </a:xfrm>
          <a:prstGeom prst="rect">
            <a:avLst/>
          </a:prstGeom>
          <a:solidFill>
            <a:srgbClr val="EAF1FA"/>
          </a:solidFill>
          <a:ln w="7620">
            <a:solidFill>
              <a:srgbClr val="C9D4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61188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631"/>
                </a:solidFill>
              </a:rPr>
              <a:t>PUT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691640" y="361188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/api/produk/:id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611880" y="361188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Ubah data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257800" y="361188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200 / 400 / 404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85800" y="3950208"/>
            <a:ext cx="5715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4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1480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631"/>
                </a:solidFill>
              </a:rPr>
              <a:t>DELETE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691640" y="4114800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/api/produk/:id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611880" y="411480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Hapus data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257800" y="41148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631"/>
                </a:solidFill>
              </a:rPr>
              <a:t>200 / 404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086600" y="150876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150876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16733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Kontrak Endpoint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9480" y="2039112"/>
            <a:ext cx="37947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Tulis method, path, body, response sukses, dan response error.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7086600" y="288036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3026664"/>
            <a:ext cx="37856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"sukses": true,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"pesan": "Data berhasil diambil",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[],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"total": 0 }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Kesalahan Umum Saat UTS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daftar ini sebagai kontrol kualitas sebelum mengumpulkan jawaban.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Tag tidak semantik, label form tidak terhubung, struktur heading melompat.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417320"/>
            <a:ext cx="73152" cy="13258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CSS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94767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Layout hanya bagus di laptop, tetapi pecah saat layar kecil.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417320"/>
            <a:ext cx="73152" cy="13258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194767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Lupa preventDefault, tidak membaca response.json, tidak menampilkan error.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Express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Body JSON tidak terbaca karena lupa express.json.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26280" y="33375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337560"/>
            <a:ext cx="73152" cy="13258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386791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Method tidak sesuai, status code selalu 200, nama endpoint tidak konsisten.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75320" y="33375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3337560"/>
            <a:ext cx="73152" cy="13258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466E"/>
                </a:solidFill>
              </a:rPr>
              <a:t>Pengumpulan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3867912"/>
            <a:ext cx="2834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2631"/>
                </a:solidFill>
              </a:rPr>
              <a:t>Mengumpulkan node_modules, tidak ada screenshot, atau file tidak sesuai format.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Alur Pengerjaan 100 Menit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Manajemen waktu membantu mahasiswa menyelesaikan teori dan praktik dengan seimbang.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267712"/>
            <a:ext cx="77724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14800" y="2267712"/>
            <a:ext cx="77724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72200" y="2267712"/>
            <a:ext cx="77724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0" y="2267712"/>
            <a:ext cx="777240" cy="0"/>
          </a:xfrm>
          <a:prstGeom prst="line">
            <a:avLst/>
          </a:prstGeom>
          <a:noFill/>
          <a:ln w="50800">
            <a:solidFill>
              <a:srgbClr val="FDBF0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1645920"/>
            <a:ext cx="1051560" cy="1051560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116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0–10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66E"/>
                </a:solidFill>
              </a:rPr>
              <a:t>Baca soal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1645920"/>
            <a:ext cx="1051560" cy="1051560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0116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10–35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66E"/>
                </a:solidFill>
              </a:rPr>
              <a:t>Jawab konsep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66360" y="1645920"/>
            <a:ext cx="1051560" cy="1051560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0116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35–60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66E"/>
                </a:solidFill>
              </a:rPr>
              <a:t>Analisis &amp; REST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1051560" cy="1051560"/>
          </a:xfrm>
          <a:prstGeom prst="ellipse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116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60–90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66E"/>
                </a:solidFill>
              </a:rPr>
              <a:t>Praktik mini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46920" y="1645920"/>
            <a:ext cx="1051560" cy="1051560"/>
          </a:xfrm>
          <a:prstGeom prst="ellipse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20116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90–100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64040" y="2926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466E"/>
                </a:solidFill>
              </a:rPr>
              <a:t>Cek &amp; kumpul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" y="4160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Checklist Akhir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43000" y="4507992"/>
            <a:ext cx="292608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Semua bagian terjawab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Kode dapat dijalankan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Screenshot API tersedia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Tidak ada node_modules dalam ZIP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Nama file sesuai format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Paket Soal A dan 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Dua paket disediakan agar dosen dapat memilih model pelaksanaan yang sesuai.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475488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08760"/>
            <a:ext cx="73152" cy="34747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733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Paket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39112"/>
            <a:ext cx="443484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02631"/>
                </a:solidFill>
              </a:rPr>
              <a:t>Fokus pada Produk UMKM: analisis endpoint produk, validasi request body, dan praktik tambah produk.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475488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508760"/>
            <a:ext cx="73152" cy="3474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733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Paket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039112"/>
            <a:ext cx="443484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02631"/>
                </a:solidFill>
              </a:rPr>
              <a:t>Fokus pada Rekomendasi Promosi: analisis Fetch JSON, risiko innerHTML, dan kontrak endpoint promosi.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1234440" y="539496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Kedua paket tetap menguji CPMK51–52 dengan cakupan materi yang sama.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Starter Code Praktik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Folder src dapat digunakan untuk ujian praktik singkat berbasis Express dan Fetch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4389120" cy="3063240"/>
          </a:xfrm>
          <a:prstGeom prst="roundRect">
            <a:avLst>
              <a:gd name="adj" fmla="val 1791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55064"/>
            <a:ext cx="405993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data/produk.js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public/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style.css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app.js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Fitur Dasar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947672"/>
            <a:ext cx="292608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103120"/>
            <a:ext cx="493776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GET /api/status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GET /api/produk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GET /api/produk/:id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POST /api/produk dengan validasi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Frontend responsif sederhana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452628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4526280"/>
            <a:ext cx="73152" cy="8229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46908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Catatan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5056632"/>
            <a:ext cx="46177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631"/>
                </a:solidFill>
              </a:rPr>
              <a:t>Dosen dapat menjadikan kode ini sebagai latihan, ujian praktik, atau contoh pembahasan setelah UTS.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Rubrik Ringkas Penilaian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Penilaian menekankan ketepatan konsep, kualitas desain API, dan aplikasi yang dapat diuji.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4241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66E"/>
                </a:solidFill>
              </a:rPr>
              <a:t>Konsep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8"/>
                </a:solidFill>
              </a:rPr>
              <a:t>20 poin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6459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Peran teknologi dan prinsip web dijelaskan benar.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10424160" cy="804672"/>
          </a:xfrm>
          <a:prstGeom prst="roundRect">
            <a:avLst>
              <a:gd name="adj" fmla="val 5682"/>
            </a:avLst>
          </a:prstGeom>
          <a:solidFill>
            <a:srgbClr val="EAF1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249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66E"/>
                </a:solidFill>
              </a:rPr>
              <a:t>Debugging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7249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8"/>
                </a:solidFill>
              </a:rPr>
              <a:t>25 poin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7249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Kesalahan kode ditemukan dan diperbaiki.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575304"/>
            <a:ext cx="104241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039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66E"/>
                </a:solidFill>
              </a:rPr>
              <a:t>REST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38039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8"/>
                </a:solidFill>
              </a:rPr>
              <a:t>25 poin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80390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Endpoint, body, response, dan status code konsisten.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654296"/>
            <a:ext cx="10424160" cy="804672"/>
          </a:xfrm>
          <a:prstGeom prst="roundRect">
            <a:avLst>
              <a:gd name="adj" fmla="val 5682"/>
            </a:avLst>
          </a:prstGeom>
          <a:solidFill>
            <a:srgbClr val="EAF1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882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66E"/>
                </a:solidFill>
              </a:rPr>
              <a:t>Praktik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0" y="4882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A48"/>
                </a:solidFill>
              </a:rPr>
              <a:t>30 poin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48828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631"/>
                </a:solidFill>
              </a:rPr>
              <a:t>Frontend-backend berjalan dan hasil uji disertakan.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466E"/>
                </a:solidFill>
              </a:rPr>
              <a:t>Penutup dan Transisi Pertemuan 9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Setelah UTS, materi berlanjut ke penyimpanan data dengan MySQL.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524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73152" cy="33832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Sebelum 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947672"/>
            <a:ext cx="292608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Pastikan memahami alur request-response, JavaScript Fetch, dan route Express.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33832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Saat UTS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47672"/>
            <a:ext cx="292608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Baca soal, rancang jawaban, uji kode, lalu simpan bukti screenshot.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33832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Setelah UTS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1947672"/>
            <a:ext cx="292608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REST API in-memory akan dikembangkan menjadi CRUD berbasis MySQL.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66E"/>
                </a:solidFill>
              </a:rPr>
              <a:t>Target akhir semester: aplikasi web “Asisten AI untuk UMKM” yang utuh, aman, dan terintegrasi.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5624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7572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CPMK51-52</dc:title>
  <dc:subject>TI-501 Pertemuan 8</dc:subject>
  <dc:creator>Program Studi Teknologi Informasi UMY</dc:creator>
  <cp:lastModifiedBy>Program Studi Teknologi Informasi UMY</cp:lastModifiedBy>
  <cp:revision>1</cp:revision>
  <dcterms:created xsi:type="dcterms:W3CDTF">2026-07-21T13:04:11Z</dcterms:created>
  <dcterms:modified xsi:type="dcterms:W3CDTF">2026-07-21T13:04:11Z</dcterms:modified>
</cp:coreProperties>
</file>