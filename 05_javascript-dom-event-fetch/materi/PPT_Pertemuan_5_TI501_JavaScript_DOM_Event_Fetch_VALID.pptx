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Awali dengan menghubungkan Pertemuan 5 dengan Pertemuan 2-4: HTML, CSS, UI/UX. Kini halaman menjadi interaktif.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bahwa hasil akhir bukan aplikasi AI sesungguhnya, melainkan frontend interaktif sebagai pondasi.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contoh sederhana: tombol gelap/terang, hitung total, atau validasi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DOM adalah representasi objek dari HTML, event adalah pemicu, dan Fetch adalah mekanisme mengambil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perbedaan inline script dengan external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selalu mencoba console.log untuk memastikan selector berhasil.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keamanan dasar: innerHTML bisa berisiko XSS jika data tidak 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preventDefault untuk form agar browser tidak reload halaman.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output ini masih template caption, belum API AI. AI API akan masuk pertemuan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nilai Amanah dan Rahmah: sistem yang baik membantu pengguna menyelesaikan kesalahan.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kenapa Fetch file lokal perlu Live Server, bukan membuka file langsung.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memesan makanan. Kita bisa menunggu respons, lalu memproses hasilnya.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batas scope: P5 belum API AI, baru data lokal atau API publik sederhana.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bahwa source awal sudah tersedia di folder src.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dapat dipakai saat briefing pengumpulan tugas.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mengingatkan bahwa Node.js baru dimulai Pertemuan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5D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TI-501 Pengembangan Aplikasi Web · Pertemuan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288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warm_toned_illustration_scene_in_a_moder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>
              <a:alpha val="77000"/>
            </a:srgbClr>
          </a:solidFill>
          <a:ln w="12700">
            <a:solidFill>
              <a:srgbClr val="061A2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61A2F">
              <a:alpha val="95000"/>
            </a:srgbClr>
          </a:solidFill>
          <a:ln w="12700">
            <a:solidFill>
              <a:srgbClr val="061A2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68580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28C28">
              <a:alpha val="98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754380"/>
            <a:ext cx="3008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</a:rPr>
              <a:t>CPMK52 · DOM · Event · Fetch API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685800" y="1325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BD7F0"/>
                </a:solidFill>
              </a:rPr>
              <a:t>Pertemuan 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JavaScript DOM, Event Handling, dan Fetch API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8580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5"/>
                </a:solidFill>
              </a:rPr>
              <a:t>Pengembangan Aplikasi Web (TI-501)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E6F5"/>
                </a:solidFill>
              </a:rPr>
              <a:t>Program Studi Teknologi Informasi UMY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Fokus pertemuan: membuat halaman web merespons tindakan pengguna dan mengambil data sederhana.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82296" cy="429768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Kompetensi Utama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80136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Menjelaskan peran JavaScript sisi klien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Memilih elemen dengan DOM selector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Memanipulasi konten halaman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Menangani event pengguna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82296" cy="4297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463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Praktik Hari Ini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801368"/>
            <a:ext cx="310896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Form Asisten Caption UMKM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Validasi input sederhana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Preview caption dinamis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Ambil data contoh via Fetch API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246120" cy="429768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25880"/>
            <a:ext cx="82296" cy="429768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Koneksi RPS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801368"/>
            <a:ext cx="292608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Pertemuan 5: JavaScript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DOM manipulation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Event handling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Asynchronous JS dan Fetch API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Halaman Statis ke Halaman Interaktif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HTML memberi struktur, CSS memberi tampilan, JavaScript memberi perilaku.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2402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66"/>
                </a:solidFill>
              </a:rPr>
              <a:t>HTML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697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Struktur konten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63240" y="2450592"/>
            <a:ext cx="320040" cy="45720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2011680"/>
            <a:ext cx="22402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5032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66"/>
                </a:solidFill>
              </a:rPr>
              <a:t>CSS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85032" y="2697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Tampilan dan layout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2450592"/>
            <a:ext cx="320040" cy="45720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011680"/>
            <a:ext cx="2240280" cy="1325880"/>
          </a:xfrm>
          <a:prstGeom prst="roundRect">
            <a:avLst>
              <a:gd name="adj" fmla="val 10345"/>
            </a:avLst>
          </a:prstGeom>
          <a:solidFill>
            <a:srgbClr val="F28C28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3952" y="2697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Interaksi dan logika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41080" y="2450592"/>
            <a:ext cx="320040" cy="45720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2011680"/>
            <a:ext cx="22402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2258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66"/>
                </a:solidFill>
              </a:rPr>
              <a:t>Fetch 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62872" y="2697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B5A6A"/>
                </a:solidFill>
              </a:rPr>
              <a:t>Ambil 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44348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B5A6A"/>
                </a:solidFill>
              </a:rPr>
              <a:t>JavaScript menghubungkan rancangan UI/UX dengan perilaku nyata: tombol bisa diklik, input bisa divalidasi, dan halaman bisa menampilkan data baru tanpa dibuat ulang.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Mental: DOM, Event, dan Fetch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Tiga konsep ini menjadi pondasi interaktivitas frontend modern.</a:t>
            </a:r>
            <a:endParaRPr lang="en-US" sz="1250" dirty="0"/>
          </a:p>
        </p:txBody>
      </p:sp>
      <p:pic>
        <p:nvPicPr>
          <p:cNvPr id="4" name="Image 0" descr="/mnt/data/05_javascript-dom-event-fetch/assets/dom-event-fetch-flo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234440"/>
            <a:ext cx="1051560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Menghubungkan JavaScript ke HTML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Script biasanya diletakkan sebelum tag penutup body agar elemen HTML sudah tersedia.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72184"/>
            <a:ext cx="4882896" cy="4187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lang="id"&gt;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href="style.css"&gt;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&lt;h1&gt;Asisten Caption UMKM&lt;/h1&gt;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id="buatCaption"&gt;Buat Caption&lt;/button&gt;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src="script.js"&gt;&lt;/script&gt;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92240" y="1325880"/>
            <a:ext cx="46634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325880"/>
            <a:ext cx="82296" cy="448056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93408" y="1463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Prinsip Penting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93408" y="1801368"/>
            <a:ext cx="4343400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Pisahkan struktur, tampilan, dan perilaku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Gunakan file script.js agar rapi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Nama id/class harus konsisten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console jika JavaScript tidak berjalan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Selector: Memilih Elemen Halaman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Sebelum mengubah elemen, JavaScript harus memilih elemen tersebut.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80744"/>
            <a:ext cx="4882896" cy="427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form = document.querySelector('#captionForm');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namaProduk = document.querySelector('#namaProduk');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output = document.querySelector('#captionOutput');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console.log(form);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console.log(namaProduk.value);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4937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234440"/>
            <a:ext cx="82296" cy="19659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Pilihan Selector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01968" y="1709928"/>
            <a:ext cx="46177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#id untuk elemen unik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.class untuk kelompok elemen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tag untuk elemen umum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querySelector mengambil kecocokan pertama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00800" y="361188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3611880"/>
            <a:ext cx="82296" cy="2194560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Kesalahan Umum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01968" y="4087368"/>
            <a:ext cx="4617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ID di HTML berbeda dengan selector JS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Script dipanggil sebelum elemen dibuat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Elemen tidak ditemukan tetapi tetap diproses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Lupa membuka DevTools Console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Manipulasi DOM: Mengubah Isi Halaman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JavaScript dapat mengubah teks, atribut, class, dan visibilitas elemen.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80744"/>
            <a:ext cx="5020056" cy="4279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output.textContent = 'Caption berhasil dibuat';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output.hidden = false;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statusText.textContent = 'Data valid';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button.classList.add('active');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image.setAttribute('alt', 'Foto produk UMKM');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29400" y="1234440"/>
            <a:ext cx="4526280" cy="45720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1234440"/>
            <a:ext cx="82296" cy="457200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0568" y="13716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Gunakan dengan Bijak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30568" y="1709928"/>
            <a:ext cx="4206240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textContent aman untuk teks biasa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classList cocok untuk mengubah tampilan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hidden cocok untuk tampil/sembunyi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Hindari innerHTML untuk input pengguna tanpa sanitasi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Handling: Merespons Pengguna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Event membuat halaman bereaksi ketika pengguna klik, mengetik, memilih, atau mengirim form.</a:t>
            </a:r>
            <a:endParaRPr lang="en-US" sz="1250" dirty="0"/>
          </a:p>
        </p:txBody>
      </p:sp>
      <p:pic>
        <p:nvPicPr>
          <p:cNvPr id="4" name="Image 0" descr="/mnt/data/05_javascript-dom-event-fetch/assets/event-loop-u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34440"/>
            <a:ext cx="548640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234440"/>
            <a:ext cx="4892040" cy="4526280"/>
          </a:xfrm>
          <a:prstGeom prst="roundRect">
            <a:avLst>
              <a:gd name="adj" fmla="val 2020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56832" y="1380744"/>
            <a:ext cx="4562856" cy="4233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form.addEventListener('submit', function (event)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event.preventDefault();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nama = namaProduk.value.trim();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output.textContent = nama;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Kasus: Form Asisten Caption UMKM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Mahasiswa membuat interaksi dasar untuk form produk UMKM.</a:t>
            </a:r>
            <a:endParaRPr lang="en-US" sz="1250" dirty="0"/>
          </a:p>
        </p:txBody>
      </p:sp>
      <p:pic>
        <p:nvPicPr>
          <p:cNvPr id="4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19046" r="19046" t="0" b="0"/>
          <a:stretch/>
        </p:blipFill>
        <p:spPr>
          <a:xfrm>
            <a:off x="685800" y="1188720"/>
            <a:ext cx="50292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18872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2200" y="1188720"/>
            <a:ext cx="82296" cy="12344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73368" y="1325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73368" y="1664208"/>
            <a:ext cx="4892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Nama 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Keunggulan produk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Platform promosi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72200" y="274320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72200" y="2743200"/>
            <a:ext cx="82296" cy="12344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3368" y="28803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Proses JavaScript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73368" y="3218688"/>
            <a:ext cx="4892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Validasi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Generate kalimat caption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Tampilkan hasil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172200" y="4297680"/>
            <a:ext cx="5212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2200" y="4297680"/>
            <a:ext cx="82296" cy="123444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73368" y="4434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73368" y="4773168"/>
            <a:ext cx="4892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Preview caption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Status proses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Data contoh via Fetch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Input Sederhana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Validasi membantu pengguna memperbaiki data sebelum proses dilakukan.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577840" cy="4663440"/>
          </a:xfrm>
          <a:prstGeom prst="roundRect">
            <a:avLst>
              <a:gd name="adj" fmla="val 1961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80744"/>
            <a:ext cx="5248656" cy="4370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validateInput()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valid = true;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(namaProduk.value.trim().length &lt; 3)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errorNama.textContent = 'Nama produk minimal 3 karakter.';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(keunggulan.value.trim().length &lt; 10)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errorKeunggulan.textContent = 'Keunggulan minimal 10 karakter.';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valid;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20840" y="1234440"/>
            <a:ext cx="4389120" cy="466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1234440"/>
            <a:ext cx="82296" cy="4663440"/>
          </a:xfrm>
          <a:prstGeom prst="rect">
            <a:avLst/>
          </a:prstGeom>
          <a:solidFill>
            <a:srgbClr val="E94F37"/>
          </a:solidFill>
          <a:ln w="12700">
            <a:solidFill>
              <a:srgbClr val="E94F3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2008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Prinsip Pesan Error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22008" y="1709928"/>
            <a:ext cx="4069080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Jelas: masalahnya apa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Dekat dengan field terkait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Tidak menyalahkan pengguna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Beri tahu cara memperbaiki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Tetap mudah dibaca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API: Mengambil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Fetch API memungkinkan halaman meminta data tanpa reload penuh.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5715000" cy="4709160"/>
          </a:xfrm>
          <a:prstGeom prst="roundRect">
            <a:avLst>
              <a:gd name="adj" fmla="val 1942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35024"/>
            <a:ext cx="5385816" cy="44165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loadExampleData() 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response = await fetch('data/contoh-produk.json');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(!response.ok) throw new Error('Data gagal dibaca');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contoh = await response.json();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namaProduk.value = contoh.namaProduk;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keunggulan.value = contoh.keunggulan;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platform.value = contoh.platform;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(error) {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statusText.textContent = 'Gagal mengambil data.';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40" dirty="0"/>
          </a:p>
        </p:txBody>
      </p:sp>
      <p:sp>
        <p:nvSpPr>
          <p:cNvPr id="6" name="Shape 4"/>
          <p:cNvSpPr/>
          <p:nvPr/>
        </p:nvSpPr>
        <p:spPr>
          <a:xfrm>
            <a:off x="6812280" y="1188720"/>
            <a:ext cx="42976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1188720"/>
            <a:ext cx="82296" cy="20574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Alur Fetch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13448" y="1664208"/>
            <a:ext cx="39776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Kirim request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Tunggu response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Ubah response ke 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Gunakan data untuk UI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812280" y="3794760"/>
            <a:ext cx="4297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3794760"/>
            <a:ext cx="82296" cy="21031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3931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Catatan Praktik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3448" y="4270248"/>
            <a:ext cx="39776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Gunakan Live Server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Tangani error dengan try/catch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Jangan menaruh API key di frontend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Network tab di DevTools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 JavaScript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Tidak semua proses selesai seketika; JavaScript perlu menunggu data.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1097280" cy="1097280"/>
          </a:xfrm>
          <a:prstGeom prst="ellipse">
            <a:avLst/>
          </a:prstGeom>
          <a:solidFill>
            <a:srgbClr val="1F5F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2728" y="21122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Klik tombol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40280" y="2167128"/>
            <a:ext cx="411480" cy="50292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874520"/>
            <a:ext cx="1097280" cy="109728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5928" y="21122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918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Request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83480" y="2167128"/>
            <a:ext cx="411480" cy="50292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74520"/>
            <a:ext cx="1097280" cy="1097280"/>
          </a:xfrm>
          <a:prstGeom prst="ellipse">
            <a:avLst/>
          </a:prstGeom>
          <a:solidFill>
            <a:srgbClr val="1F5F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1122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350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Menunggu respons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26680" y="2167128"/>
            <a:ext cx="411480" cy="502920"/>
          </a:xfrm>
          <a:prstGeom prst="chevron">
            <a:avLst/>
          </a:prstGeom>
          <a:solidFill>
            <a:srgbClr val="A6B6C8"/>
          </a:solidFill>
          <a:ln w="12700">
            <a:solidFill>
              <a:srgbClr val="A6B6C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1874520"/>
            <a:ext cx="1097280" cy="109728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82328" y="211226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7782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Update tampilan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74520" y="4160520"/>
            <a:ext cx="8458200" cy="1097280"/>
          </a:xfrm>
          <a:prstGeom prst="roundRect">
            <a:avLst>
              <a:gd name="adj" fmla="val 8333"/>
            </a:avLst>
          </a:prstGeom>
          <a:solidFill>
            <a:srgbClr val="0B1D33"/>
          </a:solidFill>
          <a:ln w="12700">
            <a:solidFill>
              <a:srgbClr val="0B1D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4306824"/>
            <a:ext cx="812901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fetch('data/contoh-produk.json');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 response.json();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Pertemuan 5 dalam Proyek Semester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Pertemuan ini menjadi jembatan dari frontend statis menuju backend dan AI API.</a:t>
            </a:r>
            <a:endParaRPr lang="en-US" sz="1250" dirty="0"/>
          </a:p>
        </p:txBody>
      </p:sp>
      <p:pic>
        <p:nvPicPr>
          <p:cNvPr id="4" name="Image 0" descr="/mnt/data/05_javascript-dom-event-fetch/assets/arsitektur-js-asisten-ai-umk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43000"/>
            <a:ext cx="1106424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Praktikum Hari Ini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Membangun halaman Asisten Caption UMKM berbasis HTML, CSS, dan JavaScript.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337560" cy="47548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82296" cy="475488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Bagian 1: Struktur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64208"/>
            <a:ext cx="30175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Gunakan file index.html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Pastikan form memiliki label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Tambahkan area status dan output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Hubungkan style.css dan script.js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3337560" cy="47548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88720"/>
            <a:ext cx="82296" cy="47548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25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Bagian 2: Interaksi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664208"/>
            <a:ext cx="30175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Ambil elemen dengan selector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Tangani event submit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Validasi nama dan keunggulan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Tampilkan caption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337560" cy="47548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188720"/>
            <a:ext cx="82296" cy="475488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325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Bagian 3: Fetch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664208"/>
            <a:ext cx="30175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Siapkan file 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Ambil data dengan fetch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Isi form otomatis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Uji lewat Live Server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dan Rubrik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Gunakan checklist sebelum mengumpulkan tugas.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12064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82296" cy="4800600"/>
          </a:xfrm>
          <a:prstGeom prst="rect">
            <a:avLst/>
          </a:prstGeom>
          <a:solidFill>
            <a:srgbClr val="23A455"/>
          </a:solidFill>
          <a:ln w="12700">
            <a:solidFill>
              <a:srgbClr val="23A45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Checklist Minimum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664208"/>
            <a:ext cx="480060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JavaScript terhubung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Minimal satu event listener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Form tidak reload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Ada validasi input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Hasil ditampilkan di DOM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Fetch JSON berjalan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Tidak ada error console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493776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188720"/>
            <a:ext cx="82296" cy="48006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Bobot Penilaian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1664208"/>
            <a:ext cx="46177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HTML &amp; CSS: 15%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DOM: 20%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Event: 20%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Validasi: 15%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Fetch API: 20%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Kerapian &amp; refleksi: 10%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dan Persiapan Pertemuan 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A6A"/>
                </a:solidFill>
              </a:rPr>
              <a:t>Pertemuan berikutnya masuk ke Node.js dan Express.js sebagai backend.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82296" cy="44348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Dikumpulkan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1709928"/>
            <a:ext cx="31089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Folder ZIP atau link GitHub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Source HTML/CSS/JS/JSON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Screenshot hasil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Laporan singkat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34440"/>
            <a:ext cx="82296" cy="443484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Standar Minimum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1709928"/>
            <a:ext cx="31089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UI responsif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Input tervalidasi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Caption muncul dinamis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Fetch contoh data berhasil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234440"/>
            <a:ext cx="82296" cy="4434840"/>
          </a:xfrm>
          <a:prstGeom prst="rect">
            <a:avLst/>
          </a:prstGeom>
          <a:solidFill>
            <a:srgbClr val="17A398"/>
          </a:solidFill>
          <a:ln w="12700">
            <a:solidFill>
              <a:srgbClr val="17A39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371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B66"/>
                </a:solidFill>
              </a:rPr>
              <a:t>Persiapan P6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3608" y="1709928"/>
            <a:ext cx="310896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Install Node.js LTS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Cek npm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Baca konsep server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B5A6A"/>
                </a:solidFill>
              </a:rPr>
              <a:t>• Siapkan VS Code dan terminal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5 - JavaScript DOM, Event, dan Fetch API</dc:title>
  <dc:subject>TI-501 Pengembangan Aplikasi Web - Pertemuan 5</dc:subject>
  <dc:creator>Program Studi Teknologi Informasi UMY</dc:creator>
  <cp:lastModifiedBy>Program Studi Teknologi Informasi UMY</cp:lastModifiedBy>
  <cp:revision>1</cp:revision>
  <dcterms:created xsi:type="dcterms:W3CDTF">2026-07-19T04:33:45Z</dcterms:created>
  <dcterms:modified xsi:type="dcterms:W3CDTF">2026-07-19T04:33:45Z</dcterms:modified>
</cp:coreProperties>
</file>