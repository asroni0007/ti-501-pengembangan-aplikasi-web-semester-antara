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CPMK52 · Webhook · WhatsApp Cloud API · Ngrok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Pertemuan 14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7909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Webhook vs Polling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WhatsApp Cloud API, dan Ngrok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3785616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A"/>
                </a:solidFill>
              </a:rPr>
              <a:t>Integrasi layanan pesan lanjutan berbasis webhook untuk Asisten AI UMKM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732520" y="2606040"/>
            <a:ext cx="2788920" cy="1600200"/>
          </a:xfrm>
          <a:prstGeom prst="roundRect">
            <a:avLst>
              <a:gd name="adj" fmla="val 342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7112" y="2743200"/>
            <a:ext cx="2459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/webhook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?hub.mode=subscribe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&amp;hub.challenge=12345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5440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A"/>
                </a:solidFill>
              </a:rPr>
              <a:t>Pengembangan Aplikasi Web (TI-501) | Program Studi Teknologi Informasi UMY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Posisi Pertemuan 14 dalam RPS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Fokus: webhook vs polling, WhatsApp Cloud API, verifikasi webhook, dan tunneling ngrok.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0690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Sebelumnya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Bot messaging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Long polling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Telegram Bot API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Reuse logic DRY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0690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Hari Ini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Webhook vs polling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WhatsApp Cloud API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Verifikasi endpoint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Ngrok tunnel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91840" cy="406908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40690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63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Berikutnya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66760" y="1929384"/>
            <a:ext cx="29718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Pengujian otomatis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Dokumentasi README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Deployment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Pengayaan Web3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Konteks Studi Kasus: Asisten AI untuk UMKM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UMKM membutuhkan kanal chat yang responsif dan dapat terhubung dengan backend aplikasi.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73152" cy="3429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Masalah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Pelanggan bertanya melalui WhatsApp, tetapi admin sering terlambat membalas pertanyaan berulang.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34290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Solusi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Webhook menerima pesan masuk, lalu backend memproses intent dan menyiapkan balasan awal.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71600"/>
            <a:ext cx="73152" cy="34290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Manfaat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Logic yang sama dapat dipakai untuk web, REST API, Telegram, dan WhatsApp.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Pertemuan ini menekankan arsitektur integrasi, bukan hanya “kode kirim pesan”.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Polling vs Webhook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Perbedaan utama ada pada siapa yang memulai komunikasi.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Kapan Menggunakan Polling dan Webhook?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Pemilihan pola komunikasi bergantung pada kebutuhan praktikum, produksi, dan ketersediaan server publik.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4983480" cy="3840480"/>
          </a:xfrm>
          <a:prstGeom prst="roundRect">
            <a:avLst>
              <a:gd name="adj" fmla="val 166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384048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72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Polling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37944"/>
            <a:ext cx="4663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Cocok untuk prototipe awal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Lebih sederhana untuk belajar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Tidak wajib punya URL publik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Aplikasi harus aktif meminta update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Berpotensi kurang efisien jika interval terlalu sering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6446520" y="1325880"/>
            <a:ext cx="4983480" cy="3840480"/>
          </a:xfrm>
          <a:prstGeom prst="roundRect">
            <a:avLst>
              <a:gd name="adj" fmla="val 1667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325880"/>
            <a:ext cx="73152" cy="38404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4721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Webhook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6629400" y="1837944"/>
            <a:ext cx="4663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Cocok untuk integrasi produksi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Platform mengirim event saat terjadi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Butuh endpoint publik HTTPS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Lebih responsif untuk pesan masuk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Perlu verifikasi dan keamanan endpoint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WhatsApp Cloud API menggunakan webhook untuk menerima event pesan masuk.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Komponen Utama WhatsApp Cloud API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Integrasi membutuhkan beberapa informasi konfigurasi yang tidak boleh dibagikan ke publik.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3337560" cy="340156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53312"/>
            <a:ext cx="73152" cy="3401568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99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Access Token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65376"/>
            <a:ext cx="30175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Token untuk memanggil Graph API saat mengirim pesan. Simpan di .env.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53312"/>
            <a:ext cx="3337560" cy="340156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53312"/>
            <a:ext cx="73152" cy="3401568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99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Phone Number ID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65376"/>
            <a:ext cx="30175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ID nomor bisnis yang digunakan sebagai pengirim pesan WhatsApp.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53312"/>
            <a:ext cx="3337560" cy="340156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53312"/>
            <a:ext cx="73152" cy="3401568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99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Webhook URL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65376"/>
            <a:ext cx="301752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Endpoint HTTPS yang menerima event dari Meta, misalnya /webhook.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960120" y="5120640"/>
            <a:ext cx="10058400" cy="685800"/>
          </a:xfrm>
          <a:prstGeom prst="roundRect">
            <a:avLst>
              <a:gd name="adj" fmla="val 800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5257800"/>
            <a:ext cx="9729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VERIFY_TOKEN=ti501_verify_token_demo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WHATSAPP_TOKEN=...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PHONE_NUMBER_ID=...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AUTO_REPLY=false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Alur WhatsApp Cloud API Webhook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Pesan masuk dikirim sebagai event ke endpoint backend aplikasi.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Verifikasi Webhook: Handshake GET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Saat callback URL didaftarkan, endpoint harus mengecek token dan mengembalikan challenge.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6492240" cy="4160520"/>
          </a:xfrm>
          <a:prstGeom prst="roundRect">
            <a:avLst>
              <a:gd name="adj" fmla="val 131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63040"/>
            <a:ext cx="6163056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 (req, res) =&gt;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mode = req.query['hub.mode'];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req.query['hub.verify_token'];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challenge = req.query['hub.challenge'];</a:t>
            </a:r>
            <a:endParaRPr lang="en-US" sz="890" dirty="0"/>
          </a:p>
          <a:p>
            <a:pPr indent="0" marL="0">
              <a:buNone/>
            </a:pP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(mode === 'subscribe' &amp;&amp; token === process.env.VERIFY_TOKEN) {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res.status(200).send(challenge);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res.sendStatus(403);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90" dirty="0"/>
          </a:p>
        </p:txBody>
      </p:sp>
      <p:sp>
        <p:nvSpPr>
          <p:cNvPr id="7" name="Text 5"/>
          <p:cNvSpPr/>
          <p:nvPr/>
        </p:nvSpPr>
        <p:spPr>
          <a:xfrm>
            <a:off x="7543800" y="15087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Makna Parameter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43800" y="1856232"/>
            <a:ext cx="310896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2011680"/>
            <a:ext cx="379476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hub.mode: proses subscribe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hub.verify_token: token yang kita tetapkan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hub.challenge: nilai yang harus dikembalikan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403 jika token tidak cocok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Ngrok: Membuat Server Lokal Dapat Diakses Meta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Webhook membutuhkan URL HTTPS publik. Pada praktikum, server localhost diekspos sementara melalui ngrok.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Langkah Setup Praktikum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Gunakan dua terminal: satu untuk Express, satu untuk ngrok.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4937760" cy="2560320"/>
          </a:xfrm>
          <a:prstGeom prst="roundRect">
            <a:avLst>
              <a:gd name="adj" fmla="val 2143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508760"/>
            <a:ext cx="4608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1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src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Terminal 2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ngrok http 3000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446520" y="1417320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417320"/>
            <a:ext cx="73152" cy="896112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56362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Callback URL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629400" y="1929384"/>
            <a:ext cx="4069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https://alamat-ngrok/webhook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446520" y="2578608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578608"/>
            <a:ext cx="73152" cy="896112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7249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Verify Token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629400" y="3090672"/>
            <a:ext cx="4069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Samakan dengan VERIFY_TOKEN di file .env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446520" y="3739896"/>
            <a:ext cx="4389120" cy="896112"/>
          </a:xfrm>
          <a:prstGeom prst="roundRect">
            <a:avLst>
              <a:gd name="adj" fmla="val 7143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3739896"/>
            <a:ext cx="73152" cy="896112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8862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Webhook Field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629400" y="4251960"/>
            <a:ext cx="4069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Pilih event messages saat konfigurasi WhatsApp webhook.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Menerima Payload POST Webhook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Pesan masuk biasanya berada di struktur entry → changes → value → messages.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511149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entry = req.body.entry?.[0];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change = entry?.changes?.[0];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value = change?.value;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message = value?.messages?.[0];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from = message.from;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text = message.text?.body || '';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812280" y="1508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Prinsip Endpoint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12280" y="1856232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011680"/>
            <a:ext cx="438912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Segera balas HTTP 200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Jangan memproses terlalu lama sebelum respons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Tangani status event yang bukan pesan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Catat log untuk debugging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Webhook Tetap Memakai Service Logic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Endpoint hanya menjadi pintu masuk. Logic bisnis tetap berada di service agar mudah diuji.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5760720" cy="3474720"/>
          </a:xfrm>
          <a:prstGeom prst="roundRect">
            <a:avLst>
              <a:gd name="adj" fmla="val 157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63040"/>
            <a:ext cx="543153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text = message.text?.body || '';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assistant = buildAssistantReply(text);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(process.env.AUTO_REPLY === 'true')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sendTextMessage(from, assistant.reply);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console.log('Balasan simulasi:', assistant.reply);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903720" y="1371600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1371600"/>
            <a:ext cx="73152" cy="9601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86600" y="15179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REST API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086600" y="1883664"/>
            <a:ext cx="3611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/api/assistant memakai service yang sama.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6903720" y="2697480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2697480"/>
            <a:ext cx="73152" cy="9601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284378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Webhook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086600" y="3209544"/>
            <a:ext cx="3611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/webhook memanggil buildAssistantReply().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903720" y="4023360"/>
            <a:ext cx="3931920" cy="960120"/>
          </a:xfrm>
          <a:prstGeom prst="roundRect">
            <a:avLst>
              <a:gd name="adj" fmla="val 6667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03720" y="4023360"/>
            <a:ext cx="73152" cy="96012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41696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Aman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7086600" y="4535424"/>
            <a:ext cx="3611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AUTO_REPLY=false mencegah kirim pesan nyata saat demo.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Mengirim Balasan melalui Messages API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Pengiriman nyata memerlukan token, phone number ID, dan aturan penggunaan platform.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6720840" cy="4251960"/>
          </a:xfrm>
          <a:prstGeom prst="roundRect">
            <a:avLst>
              <a:gd name="adj" fmla="val 129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17320"/>
            <a:ext cx="639165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fetch(`https://graph.facebook.com/${version}/${phoneNumberId}/messages`,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'POST',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Authorization: `Bearer ${token}`,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'Content-Type': 'application/json'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messaging_product: 'whatsapp',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to,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'text',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text: { body }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7818120" y="1554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Catatan Praktikum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18120" y="1901952"/>
            <a:ext cx="3108960" cy="0"/>
          </a:xfrm>
          <a:prstGeom prst="line">
            <a:avLst/>
          </a:prstGeom>
          <a:noFill/>
          <a:ln w="25400">
            <a:solidFill>
              <a:srgbClr val="A41D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2057400"/>
            <a:ext cx="3474720" cy="2606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Gunakan access token dari dashboard resmi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Simpan token di .env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Aktifkan AUTO_REPLY hanya saat siap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Gunakan nomor uji sebelum produksi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Keamanan Dasar Webhook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Endpoint webhook adalah pintu masuk dari internet sehingga perlu pengamanan dasar.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337560" cy="3474720"/>
          </a:xfrm>
          <a:prstGeom prst="roundRect">
            <a:avLst>
              <a:gd name="adj" fmla="val 1918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347472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Rahasia di .env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37944"/>
            <a:ext cx="30175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VERIFY_TOKEN, access token, phone number ID, dan app secret tidak boleh masuk repository publik.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337560" cy="347472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347472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Validasi Signature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37944"/>
            <a:ext cx="30175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Jika app secret tersedia, validasi X-Hub-Signature-256 untuk memastikan request sah.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3337560" cy="347472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347472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721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Respons 200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37944"/>
            <a:ext cx="301752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Balas event dengan 200 agar platform tidak mengirim ulang payload secara berulang.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60120" y="52852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24466E"/>
                </a:solidFill>
              </a:rPr>
              <a:t>Prinsip dari Pertemuan 12 tetap dipakai: validasi input, jaga secret, dan hindari error yang bocor ke pengguna.</a:t>
            </a:r>
            <a:endParaRPr lang="en-US" sz="136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Panduan Praktikum 50 Menit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Target akhir: mahasiswa dapat memverifikasi webhook, menerima payload POST, dan memanggil service Asisten UMKM.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538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0-10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Review polling vs webhook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Konsep perbedaan jelas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75688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037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10-20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Jalankan Express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167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Endpoint /webhook aktif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825496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535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20-30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Jalankan ngrok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916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Callback HTTPS tersedia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575304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7033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30-40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666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Uji GET dan POST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Verifikasi dan payload berhasil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325112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53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40-50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Tambah intent baru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Tugas siap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5440680"/>
            <a:ext cx="9966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440680"/>
            <a:ext cx="73152" cy="5943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586984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Output akhir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143000" y="5952744"/>
            <a:ext cx="9646920" cy="-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Screenshot server, ngrok, verifikasi GET, POST payload, dan penjelasan polling vs webhook.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4466E"/>
                </a:solidFill>
              </a:rPr>
              <a:t>Penutup dan Tugas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Pertemuan 14 menyiapkan mahasiswa untuk integrasi chat berbasis event dan deployment pada pertemuan berikutnya.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29718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Rangkuman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Webhook berbeda dari polling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WhatsApp memakai endpoint callback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Verifikasi memakai challenge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• Ngrok membantu praktikum lokal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29718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Tugas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Tambahkan intent baru pada service, uji lewat REST API dan simulasi payload webhook, lalu dokumentasikan hasilnya.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29718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Refleksi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02631"/>
                </a:solidFill>
              </a:rPr>
              <a:t>Mengapa webhook lebih sesuai untuk integrasi produksi dibanding polling terus-menerus?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Pertemuan berikutnya: pengujian, dokumentasi README, persiapan deployment, dan pengayaan Web3.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Webhook, WhatsApp Cloud API, Verifikasi Webhook, dan Ngrok</dc:title>
  <dc:subject>TI-501 Pertemuan 14</dc:subject>
  <dc:creator>Program Studi Teknologi Informasi UMY</dc:creator>
  <cp:lastModifiedBy>Program Studi Teknologi Informasi UMY</cp:lastModifiedBy>
  <cp:revision>1</cp:revision>
  <dcterms:created xsi:type="dcterms:W3CDTF">2026-07-21T13:50:47Z</dcterms:created>
  <dcterms:modified xsi:type="dcterms:W3CDTF">2026-07-21T13:50:47Z</dcterms:modified>
</cp:coreProperties>
</file>